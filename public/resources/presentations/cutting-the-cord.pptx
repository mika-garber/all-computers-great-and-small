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9"/>
  </p:notesMasterIdLst>
  <p:sldIdLst>
    <p:sldId id="274" r:id="rId3"/>
    <p:sldId id="256" r:id="rId4"/>
    <p:sldId id="268" r:id="rId5"/>
    <p:sldId id="269" r:id="rId6"/>
    <p:sldId id="272" r:id="rId7"/>
    <p:sldId id="273" r:id="rId8"/>
    <p:sldId id="271" r:id="rId9"/>
    <p:sldId id="264" r:id="rId10"/>
    <p:sldId id="265" r:id="rId11"/>
    <p:sldId id="260" r:id="rId12"/>
    <p:sldId id="270" r:id="rId13"/>
    <p:sldId id="261" r:id="rId14"/>
    <p:sldId id="262" r:id="rId15"/>
    <p:sldId id="267" r:id="rId16"/>
    <p:sldId id="263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06" autoAdjust="0"/>
    <p:restoredTop sz="84748"/>
  </p:normalViewPr>
  <p:slideViewPr>
    <p:cSldViewPr snapToGrid="0">
      <p:cViewPr varScale="1">
        <p:scale>
          <a:sx n="89" d="100"/>
          <a:sy n="89" d="100"/>
        </p:scale>
        <p:origin x="1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4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94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331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53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41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67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165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2745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08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377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92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77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348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4260" y="462455"/>
            <a:ext cx="10515600" cy="822263"/>
          </a:xfrm>
        </p:spPr>
        <p:txBody>
          <a:bodyPr>
            <a:normAutofit/>
          </a:bodyPr>
          <a:lstStyle>
            <a:lvl1pPr>
              <a:defRPr sz="3600">
                <a:solidFill>
                  <a:srgbClr val="D24726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5936"/>
            <a:ext cx="10515600" cy="4351338"/>
          </a:xfrm>
        </p:spPr>
        <p:txBody>
          <a:bodyPr/>
          <a:lstStyle>
            <a:lvl1pPr>
              <a:defRPr sz="14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CD92-9D15-43B4-8516-073FCDAC90D4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52500" y="1284718"/>
            <a:ext cx="103632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52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01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CD92-9D15-43B4-8516-073FCDAC90D4}" type="datetimeFigureOut">
              <a:rPr lang="en-US" smtClean="0"/>
              <a:t>5/2/24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E1560-7126-406C-A531-3A398E8D0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2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microsoft.com/office/2007/relationships/hdphoto" Target="../media/hdphoto2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32.png"/><Relationship Id="rId9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28634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4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Cut the</a:t>
            </a:r>
            <a:br>
              <a:rPr lang="en-US" sz="54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</a:br>
            <a:r>
              <a:rPr lang="en-US" sz="54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$$ Cable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890339" y="4636007"/>
            <a:ext cx="3734013" cy="2002787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/>
              <a:t>How to cut the cord with your cable company and still watch almost anything </a:t>
            </a:r>
          </a:p>
        </p:txBody>
      </p:sp>
      <p:sp>
        <p:nvSpPr>
          <p:cNvPr id="2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301B7F-0E3E-3A8E-6439-8A4360BF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ACD9A07-D682-1B2A-A972-FFD12EF6B282}"/>
              </a:ext>
            </a:extLst>
          </p:cNvPr>
          <p:cNvSpPr/>
          <p:nvPr/>
        </p:nvSpPr>
        <p:spPr>
          <a:xfrm>
            <a:off x="7944592" y="1757548"/>
            <a:ext cx="190005" cy="19000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FB80E-A7B1-3640-2248-0D2B79373544}"/>
              </a:ext>
            </a:extLst>
          </p:cNvPr>
          <p:cNvSpPr/>
          <p:nvPr/>
        </p:nvSpPr>
        <p:spPr>
          <a:xfrm>
            <a:off x="8656086" y="1446811"/>
            <a:ext cx="190005" cy="19000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1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+mj-lt"/>
                <a:cs typeface="+mj-cs"/>
              </a:rPr>
              <a:t>Ideal Customer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33F0-DBE8-4FD8-E6E1-5280E9EEEE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23" r="4104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>
              <a:spcBef>
                <a:spcPts val="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latin typeface="+mn-lt"/>
                <a:cs typeface="+mn-cs"/>
              </a:rPr>
              <a:t>Loves movies, and having access to thousands of movies, new and old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latin typeface="+mn-lt"/>
                <a:cs typeface="+mn-cs"/>
              </a:rPr>
              <a:t>Already has a ”smart TV” or TV with HDMI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effectLst/>
                <a:latin typeface="+mn-lt"/>
                <a:cs typeface="+mn-cs"/>
              </a:rPr>
              <a:t>Doesn’t watch a lot of live television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r>
              <a:rPr lang="en-US" sz="2200" dirty="0">
                <a:solidFill>
                  <a:schemeClr val="tx1"/>
                </a:solidFill>
                <a:latin typeface="+mn-lt"/>
                <a:cs typeface="+mn-cs"/>
              </a:rPr>
              <a:t>Doesn’t need a landline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endParaRPr 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+mn-lt"/>
                <a:cs typeface="+mn-cs"/>
              </a:rPr>
              <a:t>Even if you are not an Ideal Customer,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+mn-lt"/>
                <a:cs typeface="+mn-cs"/>
              </a:rPr>
              <a:t>streaming may save you money</a:t>
            </a: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endParaRPr lang="en-US" sz="22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42900">
              <a:spcBef>
                <a:spcPts val="0"/>
              </a:spcBef>
              <a:spcAft>
                <a:spcPts val="600"/>
              </a:spcAft>
            </a:pPr>
            <a:endParaRPr lang="en-US" sz="22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EE76C-E146-D261-495D-B6A23DF3A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766" y="2194330"/>
            <a:ext cx="5269263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6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5946" y="493713"/>
            <a:ext cx="4722043" cy="16369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What do you pay now?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BF0C8-DA2D-F4CE-B8FD-0EB7B015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404" y="3001679"/>
            <a:ext cx="2809280" cy="10156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500C1B-AAF5-9ABE-3B42-9B5024D6A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13" y="2822102"/>
            <a:ext cx="2152650" cy="92539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832B5F-ABFF-2B97-89BD-74720DC74A9E}"/>
              </a:ext>
            </a:extLst>
          </p:cNvPr>
          <p:cNvSpPr txBox="1">
            <a:spLocks/>
          </p:cNvSpPr>
          <p:nvPr/>
        </p:nvSpPr>
        <p:spPr>
          <a:xfrm>
            <a:off x="232013" y="4017341"/>
            <a:ext cx="3463165" cy="26040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TV pkg	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$70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Internet 	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+mn-cs"/>
              </a:rPr>
              <a:t>$90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Phone 	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$40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Taxes/Fees 	</a:t>
            </a:r>
            <a:r>
              <a:rPr lang="en-US" sz="2400" u="sng" dirty="0">
                <a:solidFill>
                  <a:srgbClr val="C00000"/>
                </a:solidFill>
                <a:latin typeface="+mn-lt"/>
                <a:cs typeface="+mn-cs"/>
              </a:rPr>
              <a:t>$60	</a:t>
            </a:r>
            <a:endParaRPr lang="en-US" sz="2400" u="sng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		$260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D33886-375B-291E-00EA-252D84306A7A}"/>
              </a:ext>
            </a:extLst>
          </p:cNvPr>
          <p:cNvSpPr txBox="1">
            <a:spLocks/>
          </p:cNvSpPr>
          <p:nvPr/>
        </p:nvSpPr>
        <p:spPr>
          <a:xfrm>
            <a:off x="3798448" y="4210186"/>
            <a:ext cx="3717168" cy="24976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TV pkg	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$60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Internet 	</a:t>
            </a:r>
            <a:r>
              <a:rPr lang="en-US" sz="2400" dirty="0">
                <a:solidFill>
                  <a:srgbClr val="C00000"/>
                </a:solidFill>
                <a:latin typeface="+mn-lt"/>
                <a:cs typeface="+mn-cs"/>
              </a:rPr>
              <a:t>$120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Phone 	</a:t>
            </a: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$25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Taxes/Fees 	</a:t>
            </a:r>
            <a:r>
              <a:rPr lang="en-US" sz="2400" u="sng" dirty="0">
                <a:solidFill>
                  <a:srgbClr val="C00000"/>
                </a:solidFill>
                <a:latin typeface="+mn-lt"/>
                <a:cs typeface="+mn-cs"/>
              </a:rPr>
              <a:t>$?	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rgbClr val="C00000"/>
                </a:solidFill>
                <a:effectLst/>
                <a:latin typeface="+mn-lt"/>
                <a:cs typeface="+mn-cs"/>
              </a:rPr>
              <a:t>		$205+?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0E4869-3320-5719-53F9-5D1EF2ABFA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7321551" y="-1252"/>
            <a:ext cx="4884883" cy="6871778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FD6FAE-4B53-49AA-9439-CF2EF762FE95}"/>
              </a:ext>
            </a:extLst>
          </p:cNvPr>
          <p:cNvSpPr/>
          <p:nvPr/>
        </p:nvSpPr>
        <p:spPr>
          <a:xfrm>
            <a:off x="325945" y="2618213"/>
            <a:ext cx="3369233" cy="3553987"/>
          </a:xfrm>
          <a:custGeom>
            <a:avLst/>
            <a:gdLst>
              <a:gd name="connsiteX0" fmla="*/ 0 w 3369233"/>
              <a:gd name="connsiteY0" fmla="*/ 0 h 3553987"/>
              <a:gd name="connsiteX1" fmla="*/ 527847 w 3369233"/>
              <a:gd name="connsiteY1" fmla="*/ 0 h 3553987"/>
              <a:gd name="connsiteX2" fmla="*/ 988308 w 3369233"/>
              <a:gd name="connsiteY2" fmla="*/ 0 h 3553987"/>
              <a:gd name="connsiteX3" fmla="*/ 1617232 w 3369233"/>
              <a:gd name="connsiteY3" fmla="*/ 0 h 3553987"/>
              <a:gd name="connsiteX4" fmla="*/ 2145078 w 3369233"/>
              <a:gd name="connsiteY4" fmla="*/ 0 h 3553987"/>
              <a:gd name="connsiteX5" fmla="*/ 2672925 w 3369233"/>
              <a:gd name="connsiteY5" fmla="*/ 0 h 3553987"/>
              <a:gd name="connsiteX6" fmla="*/ 3369233 w 3369233"/>
              <a:gd name="connsiteY6" fmla="*/ 0 h 3553987"/>
              <a:gd name="connsiteX7" fmla="*/ 3369233 w 3369233"/>
              <a:gd name="connsiteY7" fmla="*/ 521251 h 3553987"/>
              <a:gd name="connsiteX8" fmla="*/ 3369233 w 3369233"/>
              <a:gd name="connsiteY8" fmla="*/ 1113583 h 3553987"/>
              <a:gd name="connsiteX9" fmla="*/ 3369233 w 3369233"/>
              <a:gd name="connsiteY9" fmla="*/ 1634834 h 3553987"/>
              <a:gd name="connsiteX10" fmla="*/ 3369233 w 3369233"/>
              <a:gd name="connsiteY10" fmla="*/ 2156085 h 3553987"/>
              <a:gd name="connsiteX11" fmla="*/ 3369233 w 3369233"/>
              <a:gd name="connsiteY11" fmla="*/ 2748417 h 3553987"/>
              <a:gd name="connsiteX12" fmla="*/ 3369233 w 3369233"/>
              <a:gd name="connsiteY12" fmla="*/ 3553987 h 3553987"/>
              <a:gd name="connsiteX13" fmla="*/ 2908771 w 3369233"/>
              <a:gd name="connsiteY13" fmla="*/ 3553987 h 3553987"/>
              <a:gd name="connsiteX14" fmla="*/ 2279848 w 3369233"/>
              <a:gd name="connsiteY14" fmla="*/ 3553987 h 3553987"/>
              <a:gd name="connsiteX15" fmla="*/ 1785693 w 3369233"/>
              <a:gd name="connsiteY15" fmla="*/ 3553987 h 3553987"/>
              <a:gd name="connsiteX16" fmla="*/ 1224155 w 3369233"/>
              <a:gd name="connsiteY16" fmla="*/ 3553987 h 3553987"/>
              <a:gd name="connsiteX17" fmla="*/ 595231 w 3369233"/>
              <a:gd name="connsiteY17" fmla="*/ 3553987 h 3553987"/>
              <a:gd name="connsiteX18" fmla="*/ 0 w 3369233"/>
              <a:gd name="connsiteY18" fmla="*/ 3553987 h 3553987"/>
              <a:gd name="connsiteX19" fmla="*/ 0 w 3369233"/>
              <a:gd name="connsiteY19" fmla="*/ 3068275 h 3553987"/>
              <a:gd name="connsiteX20" fmla="*/ 0 w 3369233"/>
              <a:gd name="connsiteY20" fmla="*/ 2547024 h 3553987"/>
              <a:gd name="connsiteX21" fmla="*/ 0 w 3369233"/>
              <a:gd name="connsiteY21" fmla="*/ 1990233 h 3553987"/>
              <a:gd name="connsiteX22" fmla="*/ 0 w 3369233"/>
              <a:gd name="connsiteY22" fmla="*/ 1326822 h 3553987"/>
              <a:gd name="connsiteX23" fmla="*/ 0 w 3369233"/>
              <a:gd name="connsiteY23" fmla="*/ 734491 h 3553987"/>
              <a:gd name="connsiteX24" fmla="*/ 0 w 3369233"/>
              <a:gd name="connsiteY24" fmla="*/ 0 h 355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69233" h="3553987" extrusionOk="0">
                <a:moveTo>
                  <a:pt x="0" y="0"/>
                </a:moveTo>
                <a:cubicBezTo>
                  <a:pt x="174382" y="-31424"/>
                  <a:pt x="379169" y="438"/>
                  <a:pt x="527847" y="0"/>
                </a:cubicBezTo>
                <a:cubicBezTo>
                  <a:pt x="676525" y="-438"/>
                  <a:pt x="795900" y="22004"/>
                  <a:pt x="988308" y="0"/>
                </a:cubicBezTo>
                <a:cubicBezTo>
                  <a:pt x="1180716" y="-22004"/>
                  <a:pt x="1460612" y="53826"/>
                  <a:pt x="1617232" y="0"/>
                </a:cubicBezTo>
                <a:cubicBezTo>
                  <a:pt x="1773852" y="-53826"/>
                  <a:pt x="1919539" y="48438"/>
                  <a:pt x="2145078" y="0"/>
                </a:cubicBezTo>
                <a:cubicBezTo>
                  <a:pt x="2370617" y="-48438"/>
                  <a:pt x="2554482" y="2775"/>
                  <a:pt x="2672925" y="0"/>
                </a:cubicBezTo>
                <a:cubicBezTo>
                  <a:pt x="2791368" y="-2775"/>
                  <a:pt x="3109670" y="53540"/>
                  <a:pt x="3369233" y="0"/>
                </a:cubicBezTo>
                <a:cubicBezTo>
                  <a:pt x="3424588" y="250651"/>
                  <a:pt x="3327252" y="291374"/>
                  <a:pt x="3369233" y="521251"/>
                </a:cubicBezTo>
                <a:cubicBezTo>
                  <a:pt x="3411214" y="751128"/>
                  <a:pt x="3298287" y="954797"/>
                  <a:pt x="3369233" y="1113583"/>
                </a:cubicBezTo>
                <a:cubicBezTo>
                  <a:pt x="3440179" y="1272369"/>
                  <a:pt x="3334442" y="1453550"/>
                  <a:pt x="3369233" y="1634834"/>
                </a:cubicBezTo>
                <a:cubicBezTo>
                  <a:pt x="3404024" y="1816118"/>
                  <a:pt x="3309357" y="1930755"/>
                  <a:pt x="3369233" y="2156085"/>
                </a:cubicBezTo>
                <a:cubicBezTo>
                  <a:pt x="3429109" y="2381415"/>
                  <a:pt x="3328652" y="2499698"/>
                  <a:pt x="3369233" y="2748417"/>
                </a:cubicBezTo>
                <a:cubicBezTo>
                  <a:pt x="3409814" y="2997136"/>
                  <a:pt x="3309964" y="3381812"/>
                  <a:pt x="3369233" y="3553987"/>
                </a:cubicBezTo>
                <a:cubicBezTo>
                  <a:pt x="3200106" y="3565097"/>
                  <a:pt x="3059210" y="3543930"/>
                  <a:pt x="2908771" y="3553987"/>
                </a:cubicBezTo>
                <a:cubicBezTo>
                  <a:pt x="2758332" y="3564044"/>
                  <a:pt x="2503295" y="3536244"/>
                  <a:pt x="2279848" y="3553987"/>
                </a:cubicBezTo>
                <a:cubicBezTo>
                  <a:pt x="2056401" y="3571730"/>
                  <a:pt x="1975706" y="3521577"/>
                  <a:pt x="1785693" y="3553987"/>
                </a:cubicBezTo>
                <a:cubicBezTo>
                  <a:pt x="1595681" y="3586397"/>
                  <a:pt x="1498327" y="3528906"/>
                  <a:pt x="1224155" y="3553987"/>
                </a:cubicBezTo>
                <a:cubicBezTo>
                  <a:pt x="949983" y="3579068"/>
                  <a:pt x="872037" y="3500339"/>
                  <a:pt x="595231" y="3553987"/>
                </a:cubicBezTo>
                <a:cubicBezTo>
                  <a:pt x="318425" y="3607635"/>
                  <a:pt x="202746" y="3539689"/>
                  <a:pt x="0" y="3553987"/>
                </a:cubicBezTo>
                <a:cubicBezTo>
                  <a:pt x="-7308" y="3321796"/>
                  <a:pt x="22131" y="3256614"/>
                  <a:pt x="0" y="3068275"/>
                </a:cubicBezTo>
                <a:cubicBezTo>
                  <a:pt x="-22131" y="2879936"/>
                  <a:pt x="22363" y="2787508"/>
                  <a:pt x="0" y="2547024"/>
                </a:cubicBezTo>
                <a:cubicBezTo>
                  <a:pt x="-22363" y="2306540"/>
                  <a:pt x="56279" y="2188273"/>
                  <a:pt x="0" y="1990233"/>
                </a:cubicBezTo>
                <a:cubicBezTo>
                  <a:pt x="-56279" y="1792193"/>
                  <a:pt x="49791" y="1528167"/>
                  <a:pt x="0" y="1326822"/>
                </a:cubicBezTo>
                <a:cubicBezTo>
                  <a:pt x="-49791" y="1125477"/>
                  <a:pt x="62565" y="1005713"/>
                  <a:pt x="0" y="734491"/>
                </a:cubicBezTo>
                <a:cubicBezTo>
                  <a:pt x="-62565" y="463269"/>
                  <a:pt x="81215" y="186885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B5333E-A0D0-A27F-48CD-429B1FA3102D}"/>
              </a:ext>
            </a:extLst>
          </p:cNvPr>
          <p:cNvSpPr/>
          <p:nvPr/>
        </p:nvSpPr>
        <p:spPr>
          <a:xfrm>
            <a:off x="3900683" y="2788018"/>
            <a:ext cx="3369233" cy="3576270"/>
          </a:xfrm>
          <a:custGeom>
            <a:avLst/>
            <a:gdLst>
              <a:gd name="connsiteX0" fmla="*/ 0 w 3369233"/>
              <a:gd name="connsiteY0" fmla="*/ 0 h 3576270"/>
              <a:gd name="connsiteX1" fmla="*/ 527847 w 3369233"/>
              <a:gd name="connsiteY1" fmla="*/ 0 h 3576270"/>
              <a:gd name="connsiteX2" fmla="*/ 988308 w 3369233"/>
              <a:gd name="connsiteY2" fmla="*/ 0 h 3576270"/>
              <a:gd name="connsiteX3" fmla="*/ 1617232 w 3369233"/>
              <a:gd name="connsiteY3" fmla="*/ 0 h 3576270"/>
              <a:gd name="connsiteX4" fmla="*/ 2145078 w 3369233"/>
              <a:gd name="connsiteY4" fmla="*/ 0 h 3576270"/>
              <a:gd name="connsiteX5" fmla="*/ 2672925 w 3369233"/>
              <a:gd name="connsiteY5" fmla="*/ 0 h 3576270"/>
              <a:gd name="connsiteX6" fmla="*/ 3369233 w 3369233"/>
              <a:gd name="connsiteY6" fmla="*/ 0 h 3576270"/>
              <a:gd name="connsiteX7" fmla="*/ 3369233 w 3369233"/>
              <a:gd name="connsiteY7" fmla="*/ 524520 h 3576270"/>
              <a:gd name="connsiteX8" fmla="*/ 3369233 w 3369233"/>
              <a:gd name="connsiteY8" fmla="*/ 1120565 h 3576270"/>
              <a:gd name="connsiteX9" fmla="*/ 3369233 w 3369233"/>
              <a:gd name="connsiteY9" fmla="*/ 1645084 h 3576270"/>
              <a:gd name="connsiteX10" fmla="*/ 3369233 w 3369233"/>
              <a:gd name="connsiteY10" fmla="*/ 2169604 h 3576270"/>
              <a:gd name="connsiteX11" fmla="*/ 3369233 w 3369233"/>
              <a:gd name="connsiteY11" fmla="*/ 2765649 h 3576270"/>
              <a:gd name="connsiteX12" fmla="*/ 3369233 w 3369233"/>
              <a:gd name="connsiteY12" fmla="*/ 3576270 h 3576270"/>
              <a:gd name="connsiteX13" fmla="*/ 2908771 w 3369233"/>
              <a:gd name="connsiteY13" fmla="*/ 3576270 h 3576270"/>
              <a:gd name="connsiteX14" fmla="*/ 2279848 w 3369233"/>
              <a:gd name="connsiteY14" fmla="*/ 3576270 h 3576270"/>
              <a:gd name="connsiteX15" fmla="*/ 1785693 w 3369233"/>
              <a:gd name="connsiteY15" fmla="*/ 3576270 h 3576270"/>
              <a:gd name="connsiteX16" fmla="*/ 1224155 w 3369233"/>
              <a:gd name="connsiteY16" fmla="*/ 3576270 h 3576270"/>
              <a:gd name="connsiteX17" fmla="*/ 595231 w 3369233"/>
              <a:gd name="connsiteY17" fmla="*/ 3576270 h 3576270"/>
              <a:gd name="connsiteX18" fmla="*/ 0 w 3369233"/>
              <a:gd name="connsiteY18" fmla="*/ 3576270 h 3576270"/>
              <a:gd name="connsiteX19" fmla="*/ 0 w 3369233"/>
              <a:gd name="connsiteY19" fmla="*/ 3087513 h 3576270"/>
              <a:gd name="connsiteX20" fmla="*/ 0 w 3369233"/>
              <a:gd name="connsiteY20" fmla="*/ 2562994 h 3576270"/>
              <a:gd name="connsiteX21" fmla="*/ 0 w 3369233"/>
              <a:gd name="connsiteY21" fmla="*/ 2002711 h 3576270"/>
              <a:gd name="connsiteX22" fmla="*/ 0 w 3369233"/>
              <a:gd name="connsiteY22" fmla="*/ 1335141 h 3576270"/>
              <a:gd name="connsiteX23" fmla="*/ 0 w 3369233"/>
              <a:gd name="connsiteY23" fmla="*/ 739096 h 3576270"/>
              <a:gd name="connsiteX24" fmla="*/ 0 w 3369233"/>
              <a:gd name="connsiteY24" fmla="*/ 0 h 357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369233" h="3576270" extrusionOk="0">
                <a:moveTo>
                  <a:pt x="0" y="0"/>
                </a:moveTo>
                <a:cubicBezTo>
                  <a:pt x="174382" y="-31424"/>
                  <a:pt x="379169" y="438"/>
                  <a:pt x="527847" y="0"/>
                </a:cubicBezTo>
                <a:cubicBezTo>
                  <a:pt x="676525" y="-438"/>
                  <a:pt x="795900" y="22004"/>
                  <a:pt x="988308" y="0"/>
                </a:cubicBezTo>
                <a:cubicBezTo>
                  <a:pt x="1180716" y="-22004"/>
                  <a:pt x="1460612" y="53826"/>
                  <a:pt x="1617232" y="0"/>
                </a:cubicBezTo>
                <a:cubicBezTo>
                  <a:pt x="1773852" y="-53826"/>
                  <a:pt x="1919539" y="48438"/>
                  <a:pt x="2145078" y="0"/>
                </a:cubicBezTo>
                <a:cubicBezTo>
                  <a:pt x="2370617" y="-48438"/>
                  <a:pt x="2554482" y="2775"/>
                  <a:pt x="2672925" y="0"/>
                </a:cubicBezTo>
                <a:cubicBezTo>
                  <a:pt x="2791368" y="-2775"/>
                  <a:pt x="3109670" y="53540"/>
                  <a:pt x="3369233" y="0"/>
                </a:cubicBezTo>
                <a:cubicBezTo>
                  <a:pt x="3394824" y="198922"/>
                  <a:pt x="3352878" y="336692"/>
                  <a:pt x="3369233" y="524520"/>
                </a:cubicBezTo>
                <a:cubicBezTo>
                  <a:pt x="3385588" y="712348"/>
                  <a:pt x="3318845" y="879226"/>
                  <a:pt x="3369233" y="1120565"/>
                </a:cubicBezTo>
                <a:cubicBezTo>
                  <a:pt x="3419621" y="1361905"/>
                  <a:pt x="3314292" y="1414729"/>
                  <a:pt x="3369233" y="1645084"/>
                </a:cubicBezTo>
                <a:cubicBezTo>
                  <a:pt x="3424174" y="1875439"/>
                  <a:pt x="3366062" y="1922728"/>
                  <a:pt x="3369233" y="2169604"/>
                </a:cubicBezTo>
                <a:cubicBezTo>
                  <a:pt x="3372404" y="2416480"/>
                  <a:pt x="3333406" y="2563119"/>
                  <a:pt x="3369233" y="2765649"/>
                </a:cubicBezTo>
                <a:cubicBezTo>
                  <a:pt x="3405060" y="2968180"/>
                  <a:pt x="3329447" y="3231861"/>
                  <a:pt x="3369233" y="3576270"/>
                </a:cubicBezTo>
                <a:cubicBezTo>
                  <a:pt x="3200106" y="3587380"/>
                  <a:pt x="3059210" y="3566213"/>
                  <a:pt x="2908771" y="3576270"/>
                </a:cubicBezTo>
                <a:cubicBezTo>
                  <a:pt x="2758332" y="3586327"/>
                  <a:pt x="2503295" y="3558527"/>
                  <a:pt x="2279848" y="3576270"/>
                </a:cubicBezTo>
                <a:cubicBezTo>
                  <a:pt x="2056401" y="3594013"/>
                  <a:pt x="1975706" y="3543860"/>
                  <a:pt x="1785693" y="3576270"/>
                </a:cubicBezTo>
                <a:cubicBezTo>
                  <a:pt x="1595681" y="3608680"/>
                  <a:pt x="1498327" y="3551189"/>
                  <a:pt x="1224155" y="3576270"/>
                </a:cubicBezTo>
                <a:cubicBezTo>
                  <a:pt x="949983" y="3601351"/>
                  <a:pt x="872037" y="3522622"/>
                  <a:pt x="595231" y="3576270"/>
                </a:cubicBezTo>
                <a:cubicBezTo>
                  <a:pt x="318425" y="3629918"/>
                  <a:pt x="202746" y="3561972"/>
                  <a:pt x="0" y="3576270"/>
                </a:cubicBezTo>
                <a:cubicBezTo>
                  <a:pt x="-55660" y="3469902"/>
                  <a:pt x="12825" y="3214675"/>
                  <a:pt x="0" y="3087513"/>
                </a:cubicBezTo>
                <a:cubicBezTo>
                  <a:pt x="-12825" y="2960351"/>
                  <a:pt x="52541" y="2771744"/>
                  <a:pt x="0" y="2562994"/>
                </a:cubicBezTo>
                <a:cubicBezTo>
                  <a:pt x="-52541" y="2354244"/>
                  <a:pt x="58310" y="2256099"/>
                  <a:pt x="0" y="2002711"/>
                </a:cubicBezTo>
                <a:cubicBezTo>
                  <a:pt x="-58310" y="1749323"/>
                  <a:pt x="63541" y="1519721"/>
                  <a:pt x="0" y="1335141"/>
                </a:cubicBezTo>
                <a:cubicBezTo>
                  <a:pt x="-63541" y="1150561"/>
                  <a:pt x="21584" y="1016469"/>
                  <a:pt x="0" y="739096"/>
                </a:cubicBezTo>
                <a:cubicBezTo>
                  <a:pt x="-21584" y="461724"/>
                  <a:pt x="29955" y="152651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FC4930E-69CF-A148-2B57-6BF8CB600198}"/>
              </a:ext>
            </a:extLst>
          </p:cNvPr>
          <p:cNvSpPr txBox="1">
            <a:spLocks/>
          </p:cNvSpPr>
          <p:nvPr/>
        </p:nvSpPr>
        <p:spPr>
          <a:xfrm rot="20147890">
            <a:off x="5281143" y="1253779"/>
            <a:ext cx="2280258" cy="112758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+mn-lt"/>
                <a:cs typeface="+mn-cs"/>
              </a:rPr>
              <a:t>$205-$260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A7A4F5-E31B-B796-4FF0-63CC68160E38}"/>
              </a:ext>
            </a:extLst>
          </p:cNvPr>
          <p:cNvSpPr/>
          <p:nvPr/>
        </p:nvSpPr>
        <p:spPr>
          <a:xfrm rot="20232574">
            <a:off x="5111419" y="939152"/>
            <a:ext cx="2425800" cy="1223097"/>
          </a:xfrm>
          <a:custGeom>
            <a:avLst/>
            <a:gdLst>
              <a:gd name="connsiteX0" fmla="*/ 0 w 2425800"/>
              <a:gd name="connsiteY0" fmla="*/ 611549 h 1223097"/>
              <a:gd name="connsiteX1" fmla="*/ 1212900 w 2425800"/>
              <a:gd name="connsiteY1" fmla="*/ 0 h 1223097"/>
              <a:gd name="connsiteX2" fmla="*/ 2425800 w 2425800"/>
              <a:gd name="connsiteY2" fmla="*/ 611549 h 1223097"/>
              <a:gd name="connsiteX3" fmla="*/ 1212900 w 2425800"/>
              <a:gd name="connsiteY3" fmla="*/ 1223098 h 1223097"/>
              <a:gd name="connsiteX4" fmla="*/ 0 w 2425800"/>
              <a:gd name="connsiteY4" fmla="*/ 611549 h 122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800" h="1223097" extrusionOk="0">
                <a:moveTo>
                  <a:pt x="0" y="611549"/>
                </a:moveTo>
                <a:cubicBezTo>
                  <a:pt x="106033" y="211338"/>
                  <a:pt x="669316" y="-30105"/>
                  <a:pt x="1212900" y="0"/>
                </a:cubicBezTo>
                <a:cubicBezTo>
                  <a:pt x="1887046" y="-11188"/>
                  <a:pt x="2438121" y="290917"/>
                  <a:pt x="2425800" y="611549"/>
                </a:cubicBezTo>
                <a:cubicBezTo>
                  <a:pt x="2390118" y="901739"/>
                  <a:pt x="1887958" y="1334898"/>
                  <a:pt x="1212900" y="1223098"/>
                </a:cubicBezTo>
                <a:cubicBezTo>
                  <a:pt x="641117" y="1208794"/>
                  <a:pt x="-86357" y="978617"/>
                  <a:pt x="0" y="611549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93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49541" y="152861"/>
            <a:ext cx="11017250" cy="12036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4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Internet Only (300 Mbps)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5313071" y="2917267"/>
            <a:ext cx="3154524" cy="17928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$40/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  <a:cs typeface="+mn-cs"/>
              </a:rPr>
              <a:t>mo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 intro rate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(2 years), then $90/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  <a:cs typeface="+mn-cs"/>
              </a:rPr>
              <a:t>mo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$15/</a:t>
            </a:r>
            <a:r>
              <a:rPr lang="en-US" sz="2400" dirty="0" err="1">
                <a:solidFill>
                  <a:schemeClr val="tx1"/>
                </a:solidFill>
                <a:latin typeface="+mn-lt"/>
                <a:cs typeface="+mn-cs"/>
              </a:rPr>
              <a:t>mo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 modem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BF0C8-DA2D-F4CE-B8FD-0EB7B015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636" y="1977645"/>
            <a:ext cx="2741233" cy="991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500C1B-AAF5-9ABE-3B42-9B5024D6A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841" y="1991875"/>
            <a:ext cx="2152650" cy="92539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244254B-EA50-E778-8878-70EA72CBA4CE}"/>
              </a:ext>
            </a:extLst>
          </p:cNvPr>
          <p:cNvSpPr txBox="1">
            <a:spLocks/>
          </p:cNvSpPr>
          <p:nvPr/>
        </p:nvSpPr>
        <p:spPr>
          <a:xfrm>
            <a:off x="8968636" y="3128879"/>
            <a:ext cx="2280258" cy="11275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$50/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  <a:cs typeface="+mn-cs"/>
              </a:rPr>
              <a:t>mo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No modem fee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F7EB68-1D20-0424-658D-72F28C0AD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8096" y="4841784"/>
            <a:ext cx="2209800" cy="4445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8F7F7-CA52-71FA-1977-E583DB266141}"/>
              </a:ext>
            </a:extLst>
          </p:cNvPr>
          <p:cNvSpPr txBox="1">
            <a:spLocks/>
          </p:cNvSpPr>
          <p:nvPr/>
        </p:nvSpPr>
        <p:spPr>
          <a:xfrm>
            <a:off x="5845617" y="5446457"/>
            <a:ext cx="2836146" cy="13139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$55/</a:t>
            </a:r>
            <a:r>
              <a:rPr lang="en-US" sz="2400" dirty="0" err="1">
                <a:solidFill>
                  <a:schemeClr val="tx1"/>
                </a:solidFill>
                <a:effectLst/>
                <a:latin typeface="+mn-lt"/>
                <a:cs typeface="+mn-cs"/>
              </a:rPr>
              <a:t>mo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$15/</a:t>
            </a:r>
            <a:r>
              <a:rPr lang="en-US" sz="2400" dirty="0" err="1">
                <a:solidFill>
                  <a:schemeClr val="tx1"/>
                </a:solidFill>
                <a:latin typeface="+mn-lt"/>
                <a:cs typeface="+mn-cs"/>
              </a:rPr>
              <a:t>mo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 modem</a:t>
            </a: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6F48DE-5184-059A-E090-CC3BE059E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792296"/>
            <a:ext cx="5135480" cy="5065704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50C43E4-8436-3C30-EE48-E15AD73C7B38}"/>
              </a:ext>
            </a:extLst>
          </p:cNvPr>
          <p:cNvSpPr/>
          <p:nvPr/>
        </p:nvSpPr>
        <p:spPr>
          <a:xfrm>
            <a:off x="5285762" y="1925543"/>
            <a:ext cx="3181834" cy="2240058"/>
          </a:xfrm>
          <a:custGeom>
            <a:avLst/>
            <a:gdLst>
              <a:gd name="connsiteX0" fmla="*/ 0 w 3181834"/>
              <a:gd name="connsiteY0" fmla="*/ 0 h 2240058"/>
              <a:gd name="connsiteX1" fmla="*/ 498487 w 3181834"/>
              <a:gd name="connsiteY1" fmla="*/ 0 h 2240058"/>
              <a:gd name="connsiteX2" fmla="*/ 933338 w 3181834"/>
              <a:gd name="connsiteY2" fmla="*/ 0 h 2240058"/>
              <a:gd name="connsiteX3" fmla="*/ 1527280 w 3181834"/>
              <a:gd name="connsiteY3" fmla="*/ 0 h 2240058"/>
              <a:gd name="connsiteX4" fmla="*/ 2025768 w 3181834"/>
              <a:gd name="connsiteY4" fmla="*/ 0 h 2240058"/>
              <a:gd name="connsiteX5" fmla="*/ 2524255 w 3181834"/>
              <a:gd name="connsiteY5" fmla="*/ 0 h 2240058"/>
              <a:gd name="connsiteX6" fmla="*/ 3181834 w 3181834"/>
              <a:gd name="connsiteY6" fmla="*/ 0 h 2240058"/>
              <a:gd name="connsiteX7" fmla="*/ 3181834 w 3181834"/>
              <a:gd name="connsiteY7" fmla="*/ 515213 h 2240058"/>
              <a:gd name="connsiteX8" fmla="*/ 3181834 w 3181834"/>
              <a:gd name="connsiteY8" fmla="*/ 1075228 h 2240058"/>
              <a:gd name="connsiteX9" fmla="*/ 3181834 w 3181834"/>
              <a:gd name="connsiteY9" fmla="*/ 1590441 h 2240058"/>
              <a:gd name="connsiteX10" fmla="*/ 3181834 w 3181834"/>
              <a:gd name="connsiteY10" fmla="*/ 2240058 h 2240058"/>
              <a:gd name="connsiteX11" fmla="*/ 2651528 w 3181834"/>
              <a:gd name="connsiteY11" fmla="*/ 2240058 h 2240058"/>
              <a:gd name="connsiteX12" fmla="*/ 2153041 w 3181834"/>
              <a:gd name="connsiteY12" fmla="*/ 2240058 h 2240058"/>
              <a:gd name="connsiteX13" fmla="*/ 1559099 w 3181834"/>
              <a:gd name="connsiteY13" fmla="*/ 2240058 h 2240058"/>
              <a:gd name="connsiteX14" fmla="*/ 965156 w 3181834"/>
              <a:gd name="connsiteY14" fmla="*/ 2240058 h 2240058"/>
              <a:gd name="connsiteX15" fmla="*/ 498487 w 3181834"/>
              <a:gd name="connsiteY15" fmla="*/ 2240058 h 2240058"/>
              <a:gd name="connsiteX16" fmla="*/ 0 w 3181834"/>
              <a:gd name="connsiteY16" fmla="*/ 2240058 h 2240058"/>
              <a:gd name="connsiteX17" fmla="*/ 0 w 3181834"/>
              <a:gd name="connsiteY17" fmla="*/ 1635242 h 2240058"/>
              <a:gd name="connsiteX18" fmla="*/ 0 w 3181834"/>
              <a:gd name="connsiteY18" fmla="*/ 1142430 h 2240058"/>
              <a:gd name="connsiteX19" fmla="*/ 0 w 3181834"/>
              <a:gd name="connsiteY19" fmla="*/ 627216 h 2240058"/>
              <a:gd name="connsiteX20" fmla="*/ 0 w 3181834"/>
              <a:gd name="connsiteY20" fmla="*/ 0 h 224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81834" h="2240058" extrusionOk="0">
                <a:moveTo>
                  <a:pt x="0" y="0"/>
                </a:moveTo>
                <a:cubicBezTo>
                  <a:pt x="176887" y="-22105"/>
                  <a:pt x="346086" y="47815"/>
                  <a:pt x="498487" y="0"/>
                </a:cubicBezTo>
                <a:cubicBezTo>
                  <a:pt x="650888" y="-47815"/>
                  <a:pt x="834135" y="42786"/>
                  <a:pt x="933338" y="0"/>
                </a:cubicBezTo>
                <a:cubicBezTo>
                  <a:pt x="1032541" y="-42786"/>
                  <a:pt x="1348585" y="11707"/>
                  <a:pt x="1527280" y="0"/>
                </a:cubicBezTo>
                <a:cubicBezTo>
                  <a:pt x="1705975" y="-11707"/>
                  <a:pt x="1804485" y="42109"/>
                  <a:pt x="2025768" y="0"/>
                </a:cubicBezTo>
                <a:cubicBezTo>
                  <a:pt x="2247051" y="-42109"/>
                  <a:pt x="2395386" y="20827"/>
                  <a:pt x="2524255" y="0"/>
                </a:cubicBezTo>
                <a:cubicBezTo>
                  <a:pt x="2653124" y="-20827"/>
                  <a:pt x="3029117" y="13483"/>
                  <a:pt x="3181834" y="0"/>
                </a:cubicBezTo>
                <a:cubicBezTo>
                  <a:pt x="3182781" y="109102"/>
                  <a:pt x="3137238" y="345047"/>
                  <a:pt x="3181834" y="515213"/>
                </a:cubicBezTo>
                <a:cubicBezTo>
                  <a:pt x="3226430" y="685379"/>
                  <a:pt x="3178726" y="833606"/>
                  <a:pt x="3181834" y="1075228"/>
                </a:cubicBezTo>
                <a:cubicBezTo>
                  <a:pt x="3184942" y="1316851"/>
                  <a:pt x="3169039" y="1444849"/>
                  <a:pt x="3181834" y="1590441"/>
                </a:cubicBezTo>
                <a:cubicBezTo>
                  <a:pt x="3194629" y="1736033"/>
                  <a:pt x="3165787" y="2039671"/>
                  <a:pt x="3181834" y="2240058"/>
                </a:cubicBezTo>
                <a:cubicBezTo>
                  <a:pt x="2924922" y="2281998"/>
                  <a:pt x="2901517" y="2194936"/>
                  <a:pt x="2651528" y="2240058"/>
                </a:cubicBezTo>
                <a:cubicBezTo>
                  <a:pt x="2401539" y="2285180"/>
                  <a:pt x="2291306" y="2193538"/>
                  <a:pt x="2153041" y="2240058"/>
                </a:cubicBezTo>
                <a:cubicBezTo>
                  <a:pt x="2014776" y="2286578"/>
                  <a:pt x="1779552" y="2204913"/>
                  <a:pt x="1559099" y="2240058"/>
                </a:cubicBezTo>
                <a:cubicBezTo>
                  <a:pt x="1338646" y="2275203"/>
                  <a:pt x="1171621" y="2191820"/>
                  <a:pt x="965156" y="2240058"/>
                </a:cubicBezTo>
                <a:cubicBezTo>
                  <a:pt x="758691" y="2288296"/>
                  <a:pt x="594387" y="2202486"/>
                  <a:pt x="498487" y="2240058"/>
                </a:cubicBezTo>
                <a:cubicBezTo>
                  <a:pt x="402587" y="2277630"/>
                  <a:pt x="128939" y="2203157"/>
                  <a:pt x="0" y="2240058"/>
                </a:cubicBezTo>
                <a:cubicBezTo>
                  <a:pt x="-68931" y="2116803"/>
                  <a:pt x="31918" y="1903910"/>
                  <a:pt x="0" y="1635242"/>
                </a:cubicBezTo>
                <a:cubicBezTo>
                  <a:pt x="-31918" y="1366574"/>
                  <a:pt x="25353" y="1346125"/>
                  <a:pt x="0" y="1142430"/>
                </a:cubicBezTo>
                <a:cubicBezTo>
                  <a:pt x="-25353" y="938735"/>
                  <a:pt x="31259" y="856950"/>
                  <a:pt x="0" y="627216"/>
                </a:cubicBezTo>
                <a:cubicBezTo>
                  <a:pt x="-31259" y="397482"/>
                  <a:pt x="7419" y="269621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922FB5-5A94-09B1-6522-DC22197151CD}"/>
              </a:ext>
            </a:extLst>
          </p:cNvPr>
          <p:cNvSpPr/>
          <p:nvPr/>
        </p:nvSpPr>
        <p:spPr>
          <a:xfrm>
            <a:off x="8779743" y="1890046"/>
            <a:ext cx="3181834" cy="2240058"/>
          </a:xfrm>
          <a:custGeom>
            <a:avLst/>
            <a:gdLst>
              <a:gd name="connsiteX0" fmla="*/ 0 w 3181834"/>
              <a:gd name="connsiteY0" fmla="*/ 0 h 2240058"/>
              <a:gd name="connsiteX1" fmla="*/ 498487 w 3181834"/>
              <a:gd name="connsiteY1" fmla="*/ 0 h 2240058"/>
              <a:gd name="connsiteX2" fmla="*/ 933338 w 3181834"/>
              <a:gd name="connsiteY2" fmla="*/ 0 h 2240058"/>
              <a:gd name="connsiteX3" fmla="*/ 1527280 w 3181834"/>
              <a:gd name="connsiteY3" fmla="*/ 0 h 2240058"/>
              <a:gd name="connsiteX4" fmla="*/ 2025768 w 3181834"/>
              <a:gd name="connsiteY4" fmla="*/ 0 h 2240058"/>
              <a:gd name="connsiteX5" fmla="*/ 2524255 w 3181834"/>
              <a:gd name="connsiteY5" fmla="*/ 0 h 2240058"/>
              <a:gd name="connsiteX6" fmla="*/ 3181834 w 3181834"/>
              <a:gd name="connsiteY6" fmla="*/ 0 h 2240058"/>
              <a:gd name="connsiteX7" fmla="*/ 3181834 w 3181834"/>
              <a:gd name="connsiteY7" fmla="*/ 515213 h 2240058"/>
              <a:gd name="connsiteX8" fmla="*/ 3181834 w 3181834"/>
              <a:gd name="connsiteY8" fmla="*/ 1075228 h 2240058"/>
              <a:gd name="connsiteX9" fmla="*/ 3181834 w 3181834"/>
              <a:gd name="connsiteY9" fmla="*/ 1590441 h 2240058"/>
              <a:gd name="connsiteX10" fmla="*/ 3181834 w 3181834"/>
              <a:gd name="connsiteY10" fmla="*/ 2240058 h 2240058"/>
              <a:gd name="connsiteX11" fmla="*/ 2651528 w 3181834"/>
              <a:gd name="connsiteY11" fmla="*/ 2240058 h 2240058"/>
              <a:gd name="connsiteX12" fmla="*/ 2153041 w 3181834"/>
              <a:gd name="connsiteY12" fmla="*/ 2240058 h 2240058"/>
              <a:gd name="connsiteX13" fmla="*/ 1559099 w 3181834"/>
              <a:gd name="connsiteY13" fmla="*/ 2240058 h 2240058"/>
              <a:gd name="connsiteX14" fmla="*/ 965156 w 3181834"/>
              <a:gd name="connsiteY14" fmla="*/ 2240058 h 2240058"/>
              <a:gd name="connsiteX15" fmla="*/ 498487 w 3181834"/>
              <a:gd name="connsiteY15" fmla="*/ 2240058 h 2240058"/>
              <a:gd name="connsiteX16" fmla="*/ 0 w 3181834"/>
              <a:gd name="connsiteY16" fmla="*/ 2240058 h 2240058"/>
              <a:gd name="connsiteX17" fmla="*/ 0 w 3181834"/>
              <a:gd name="connsiteY17" fmla="*/ 1635242 h 2240058"/>
              <a:gd name="connsiteX18" fmla="*/ 0 w 3181834"/>
              <a:gd name="connsiteY18" fmla="*/ 1142430 h 2240058"/>
              <a:gd name="connsiteX19" fmla="*/ 0 w 3181834"/>
              <a:gd name="connsiteY19" fmla="*/ 627216 h 2240058"/>
              <a:gd name="connsiteX20" fmla="*/ 0 w 3181834"/>
              <a:gd name="connsiteY20" fmla="*/ 0 h 2240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81834" h="2240058" extrusionOk="0">
                <a:moveTo>
                  <a:pt x="0" y="0"/>
                </a:moveTo>
                <a:cubicBezTo>
                  <a:pt x="176887" y="-22105"/>
                  <a:pt x="346086" y="47815"/>
                  <a:pt x="498487" y="0"/>
                </a:cubicBezTo>
                <a:cubicBezTo>
                  <a:pt x="650888" y="-47815"/>
                  <a:pt x="834135" y="42786"/>
                  <a:pt x="933338" y="0"/>
                </a:cubicBezTo>
                <a:cubicBezTo>
                  <a:pt x="1032541" y="-42786"/>
                  <a:pt x="1348585" y="11707"/>
                  <a:pt x="1527280" y="0"/>
                </a:cubicBezTo>
                <a:cubicBezTo>
                  <a:pt x="1705975" y="-11707"/>
                  <a:pt x="1804485" y="42109"/>
                  <a:pt x="2025768" y="0"/>
                </a:cubicBezTo>
                <a:cubicBezTo>
                  <a:pt x="2247051" y="-42109"/>
                  <a:pt x="2395386" y="20827"/>
                  <a:pt x="2524255" y="0"/>
                </a:cubicBezTo>
                <a:cubicBezTo>
                  <a:pt x="2653124" y="-20827"/>
                  <a:pt x="3029117" y="13483"/>
                  <a:pt x="3181834" y="0"/>
                </a:cubicBezTo>
                <a:cubicBezTo>
                  <a:pt x="3182781" y="109102"/>
                  <a:pt x="3137238" y="345047"/>
                  <a:pt x="3181834" y="515213"/>
                </a:cubicBezTo>
                <a:cubicBezTo>
                  <a:pt x="3226430" y="685379"/>
                  <a:pt x="3178726" y="833606"/>
                  <a:pt x="3181834" y="1075228"/>
                </a:cubicBezTo>
                <a:cubicBezTo>
                  <a:pt x="3184942" y="1316851"/>
                  <a:pt x="3169039" y="1444849"/>
                  <a:pt x="3181834" y="1590441"/>
                </a:cubicBezTo>
                <a:cubicBezTo>
                  <a:pt x="3194629" y="1736033"/>
                  <a:pt x="3165787" y="2039671"/>
                  <a:pt x="3181834" y="2240058"/>
                </a:cubicBezTo>
                <a:cubicBezTo>
                  <a:pt x="2924922" y="2281998"/>
                  <a:pt x="2901517" y="2194936"/>
                  <a:pt x="2651528" y="2240058"/>
                </a:cubicBezTo>
                <a:cubicBezTo>
                  <a:pt x="2401539" y="2285180"/>
                  <a:pt x="2291306" y="2193538"/>
                  <a:pt x="2153041" y="2240058"/>
                </a:cubicBezTo>
                <a:cubicBezTo>
                  <a:pt x="2014776" y="2286578"/>
                  <a:pt x="1779552" y="2204913"/>
                  <a:pt x="1559099" y="2240058"/>
                </a:cubicBezTo>
                <a:cubicBezTo>
                  <a:pt x="1338646" y="2275203"/>
                  <a:pt x="1171621" y="2191820"/>
                  <a:pt x="965156" y="2240058"/>
                </a:cubicBezTo>
                <a:cubicBezTo>
                  <a:pt x="758691" y="2288296"/>
                  <a:pt x="594387" y="2202486"/>
                  <a:pt x="498487" y="2240058"/>
                </a:cubicBezTo>
                <a:cubicBezTo>
                  <a:pt x="402587" y="2277630"/>
                  <a:pt x="128939" y="2203157"/>
                  <a:pt x="0" y="2240058"/>
                </a:cubicBezTo>
                <a:cubicBezTo>
                  <a:pt x="-68931" y="2116803"/>
                  <a:pt x="31918" y="1903910"/>
                  <a:pt x="0" y="1635242"/>
                </a:cubicBezTo>
                <a:cubicBezTo>
                  <a:pt x="-31918" y="1366574"/>
                  <a:pt x="25353" y="1346125"/>
                  <a:pt x="0" y="1142430"/>
                </a:cubicBezTo>
                <a:cubicBezTo>
                  <a:pt x="-25353" y="938735"/>
                  <a:pt x="31259" y="856950"/>
                  <a:pt x="0" y="627216"/>
                </a:cubicBezTo>
                <a:cubicBezTo>
                  <a:pt x="-31259" y="397482"/>
                  <a:pt x="7419" y="269621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67F7E3-CE40-2690-20DE-E5408E98B5CF}"/>
              </a:ext>
            </a:extLst>
          </p:cNvPr>
          <p:cNvSpPr/>
          <p:nvPr/>
        </p:nvSpPr>
        <p:spPr>
          <a:xfrm>
            <a:off x="5911285" y="4666725"/>
            <a:ext cx="2406527" cy="1792838"/>
          </a:xfrm>
          <a:custGeom>
            <a:avLst/>
            <a:gdLst>
              <a:gd name="connsiteX0" fmla="*/ 0 w 2406527"/>
              <a:gd name="connsiteY0" fmla="*/ 0 h 1792838"/>
              <a:gd name="connsiteX1" fmla="*/ 457240 w 2406527"/>
              <a:gd name="connsiteY1" fmla="*/ 0 h 1792838"/>
              <a:gd name="connsiteX2" fmla="*/ 866350 w 2406527"/>
              <a:gd name="connsiteY2" fmla="*/ 0 h 1792838"/>
              <a:gd name="connsiteX3" fmla="*/ 1395786 w 2406527"/>
              <a:gd name="connsiteY3" fmla="*/ 0 h 1792838"/>
              <a:gd name="connsiteX4" fmla="*/ 1853026 w 2406527"/>
              <a:gd name="connsiteY4" fmla="*/ 0 h 1792838"/>
              <a:gd name="connsiteX5" fmla="*/ 2406527 w 2406527"/>
              <a:gd name="connsiteY5" fmla="*/ 0 h 1792838"/>
              <a:gd name="connsiteX6" fmla="*/ 2406527 w 2406527"/>
              <a:gd name="connsiteY6" fmla="*/ 633469 h 1792838"/>
              <a:gd name="connsiteX7" fmla="*/ 2406527 w 2406527"/>
              <a:gd name="connsiteY7" fmla="*/ 1231082 h 1792838"/>
              <a:gd name="connsiteX8" fmla="*/ 2406527 w 2406527"/>
              <a:gd name="connsiteY8" fmla="*/ 1792838 h 1792838"/>
              <a:gd name="connsiteX9" fmla="*/ 1973352 w 2406527"/>
              <a:gd name="connsiteY9" fmla="*/ 1792838 h 1792838"/>
              <a:gd name="connsiteX10" fmla="*/ 1492047 w 2406527"/>
              <a:gd name="connsiteY10" fmla="*/ 1792838 h 1792838"/>
              <a:gd name="connsiteX11" fmla="*/ 1010741 w 2406527"/>
              <a:gd name="connsiteY11" fmla="*/ 1792838 h 1792838"/>
              <a:gd name="connsiteX12" fmla="*/ 553501 w 2406527"/>
              <a:gd name="connsiteY12" fmla="*/ 1792838 h 1792838"/>
              <a:gd name="connsiteX13" fmla="*/ 0 w 2406527"/>
              <a:gd name="connsiteY13" fmla="*/ 1792838 h 1792838"/>
              <a:gd name="connsiteX14" fmla="*/ 0 w 2406527"/>
              <a:gd name="connsiteY14" fmla="*/ 1159369 h 1792838"/>
              <a:gd name="connsiteX15" fmla="*/ 0 w 2406527"/>
              <a:gd name="connsiteY15" fmla="*/ 525899 h 1792838"/>
              <a:gd name="connsiteX16" fmla="*/ 0 w 2406527"/>
              <a:gd name="connsiteY16" fmla="*/ 0 h 1792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06527" h="1792838" extrusionOk="0">
                <a:moveTo>
                  <a:pt x="0" y="0"/>
                </a:moveTo>
                <a:cubicBezTo>
                  <a:pt x="114485" y="-9579"/>
                  <a:pt x="344751" y="30352"/>
                  <a:pt x="457240" y="0"/>
                </a:cubicBezTo>
                <a:cubicBezTo>
                  <a:pt x="569729" y="-30352"/>
                  <a:pt x="745352" y="42168"/>
                  <a:pt x="866350" y="0"/>
                </a:cubicBezTo>
                <a:cubicBezTo>
                  <a:pt x="987348" y="-42168"/>
                  <a:pt x="1184411" y="47369"/>
                  <a:pt x="1395786" y="0"/>
                </a:cubicBezTo>
                <a:cubicBezTo>
                  <a:pt x="1607161" y="-47369"/>
                  <a:pt x="1654789" y="45266"/>
                  <a:pt x="1853026" y="0"/>
                </a:cubicBezTo>
                <a:cubicBezTo>
                  <a:pt x="2051263" y="-45266"/>
                  <a:pt x="2291802" y="54205"/>
                  <a:pt x="2406527" y="0"/>
                </a:cubicBezTo>
                <a:cubicBezTo>
                  <a:pt x="2466328" y="250326"/>
                  <a:pt x="2360516" y="405232"/>
                  <a:pt x="2406527" y="633469"/>
                </a:cubicBezTo>
                <a:cubicBezTo>
                  <a:pt x="2452538" y="861706"/>
                  <a:pt x="2365990" y="1036227"/>
                  <a:pt x="2406527" y="1231082"/>
                </a:cubicBezTo>
                <a:cubicBezTo>
                  <a:pt x="2447064" y="1425937"/>
                  <a:pt x="2381183" y="1608127"/>
                  <a:pt x="2406527" y="1792838"/>
                </a:cubicBezTo>
                <a:cubicBezTo>
                  <a:pt x="2191645" y="1804301"/>
                  <a:pt x="2061554" y="1792278"/>
                  <a:pt x="1973352" y="1792838"/>
                </a:cubicBezTo>
                <a:cubicBezTo>
                  <a:pt x="1885151" y="1793398"/>
                  <a:pt x="1688203" y="1776644"/>
                  <a:pt x="1492047" y="1792838"/>
                </a:cubicBezTo>
                <a:cubicBezTo>
                  <a:pt x="1295891" y="1809032"/>
                  <a:pt x="1135538" y="1770148"/>
                  <a:pt x="1010741" y="1792838"/>
                </a:cubicBezTo>
                <a:cubicBezTo>
                  <a:pt x="885944" y="1815528"/>
                  <a:pt x="735204" y="1762655"/>
                  <a:pt x="553501" y="1792838"/>
                </a:cubicBezTo>
                <a:cubicBezTo>
                  <a:pt x="371798" y="1823021"/>
                  <a:pt x="240304" y="1755755"/>
                  <a:pt x="0" y="1792838"/>
                </a:cubicBezTo>
                <a:cubicBezTo>
                  <a:pt x="-68063" y="1574018"/>
                  <a:pt x="55907" y="1463363"/>
                  <a:pt x="0" y="1159369"/>
                </a:cubicBezTo>
                <a:cubicBezTo>
                  <a:pt x="-55907" y="855375"/>
                  <a:pt x="36840" y="777721"/>
                  <a:pt x="0" y="525899"/>
                </a:cubicBezTo>
                <a:cubicBezTo>
                  <a:pt x="-36840" y="274077"/>
                  <a:pt x="47723" y="168720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EDEFD0B-BFC6-0C41-9C4F-9739AB9C564F}"/>
              </a:ext>
            </a:extLst>
          </p:cNvPr>
          <p:cNvSpPr txBox="1">
            <a:spLocks/>
          </p:cNvSpPr>
          <p:nvPr/>
        </p:nvSpPr>
        <p:spPr>
          <a:xfrm rot="20147890">
            <a:off x="9588486" y="4999351"/>
            <a:ext cx="2280258" cy="112758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effectLst/>
                <a:latin typeface="+mn-lt"/>
                <a:cs typeface="+mn-cs"/>
              </a:rPr>
              <a:t>$50-$105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3B1C4A-237D-A727-64FB-863A2B7E9A08}"/>
              </a:ext>
            </a:extLst>
          </p:cNvPr>
          <p:cNvSpPr/>
          <p:nvPr/>
        </p:nvSpPr>
        <p:spPr>
          <a:xfrm rot="20232574">
            <a:off x="9431620" y="4748519"/>
            <a:ext cx="2096417" cy="1223097"/>
          </a:xfrm>
          <a:custGeom>
            <a:avLst/>
            <a:gdLst>
              <a:gd name="connsiteX0" fmla="*/ 0 w 2096417"/>
              <a:gd name="connsiteY0" fmla="*/ 611549 h 1223097"/>
              <a:gd name="connsiteX1" fmla="*/ 1048209 w 2096417"/>
              <a:gd name="connsiteY1" fmla="*/ 0 h 1223097"/>
              <a:gd name="connsiteX2" fmla="*/ 2096418 w 2096417"/>
              <a:gd name="connsiteY2" fmla="*/ 611549 h 1223097"/>
              <a:gd name="connsiteX3" fmla="*/ 1048209 w 2096417"/>
              <a:gd name="connsiteY3" fmla="*/ 1223098 h 1223097"/>
              <a:gd name="connsiteX4" fmla="*/ 0 w 2096417"/>
              <a:gd name="connsiteY4" fmla="*/ 611549 h 1223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6417" h="1223097" extrusionOk="0">
                <a:moveTo>
                  <a:pt x="0" y="611549"/>
                </a:moveTo>
                <a:cubicBezTo>
                  <a:pt x="46519" y="246396"/>
                  <a:pt x="589098" y="-28559"/>
                  <a:pt x="1048209" y="0"/>
                </a:cubicBezTo>
                <a:cubicBezTo>
                  <a:pt x="1631399" y="-11188"/>
                  <a:pt x="2108739" y="290917"/>
                  <a:pt x="2096418" y="611549"/>
                </a:cubicBezTo>
                <a:cubicBezTo>
                  <a:pt x="2052167" y="890317"/>
                  <a:pt x="1633219" y="1354455"/>
                  <a:pt x="1048209" y="1223098"/>
                </a:cubicBezTo>
                <a:cubicBezTo>
                  <a:pt x="567382" y="1208794"/>
                  <a:pt x="-86357" y="978617"/>
                  <a:pt x="0" y="611549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44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F274-BAAD-F134-A438-4682181E7C1B}"/>
              </a:ext>
            </a:extLst>
          </p:cNvPr>
          <p:cNvSpPr txBox="1">
            <a:spLocks/>
          </p:cNvSpPr>
          <p:nvPr/>
        </p:nvSpPr>
        <p:spPr>
          <a:xfrm>
            <a:off x="245376" y="447936"/>
            <a:ext cx="6396723" cy="19938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defPPr>
              <a:defRPr lang="en-US"/>
            </a:defPPr>
            <a:lvl1pPr algn="r">
              <a:lnSpc>
                <a:spcPct val="90000"/>
              </a:lnSpc>
              <a:spcBef>
                <a:spcPct val="0"/>
              </a:spcBef>
              <a:buNone/>
              <a:defRPr sz="5400" b="1">
                <a:solidFill>
                  <a:sysClr val="windowText" lastClr="000000"/>
                </a:solidFill>
                <a:latin typeface="Segoe UI"/>
                <a:ea typeface="+mj-ea"/>
                <a:cs typeface="Segoe UI Light" panose="020B0502040204020203" pitchFamily="34" charset="0"/>
              </a:defRPr>
            </a:lvl1pPr>
          </a:lstStyle>
          <a:p>
            <a:pPr algn="l"/>
            <a:r>
              <a:rPr lang="en-US" dirty="0"/>
              <a:t>New Potential </a:t>
            </a:r>
            <a:br>
              <a:rPr lang="en-US" dirty="0"/>
            </a:br>
            <a:r>
              <a:rPr lang="en-US" dirty="0"/>
              <a:t>Monthly Cost</a:t>
            </a:r>
          </a:p>
          <a:p>
            <a:pPr algn="l"/>
            <a:r>
              <a:rPr lang="en-US" dirty="0"/>
              <a:t>(best scenario)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CFFDB-51FD-2467-E530-023657FB56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8" r="15858"/>
          <a:stretch/>
        </p:blipFill>
        <p:spPr>
          <a:xfrm flipH="1">
            <a:off x="7255823" y="10"/>
            <a:ext cx="5096733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6FFB90-65C5-892A-94E6-42AC4AB5EFC7}"/>
              </a:ext>
            </a:extLst>
          </p:cNvPr>
          <p:cNvSpPr txBox="1"/>
          <p:nvPr/>
        </p:nvSpPr>
        <p:spPr>
          <a:xfrm>
            <a:off x="397468" y="2923868"/>
            <a:ext cx="1275260" cy="83099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Internet</a:t>
            </a:r>
            <a:r>
              <a:rPr lang="en-US" sz="2400" dirty="0">
                <a:solidFill>
                  <a:schemeClr val="bg1"/>
                </a:solidFill>
              </a:rPr>
              <a:t> $50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9658BD-3783-5BDB-F87E-530BD6C883B7}"/>
              </a:ext>
            </a:extLst>
          </p:cNvPr>
          <p:cNvSpPr txBox="1"/>
          <p:nvPr/>
        </p:nvSpPr>
        <p:spPr>
          <a:xfrm>
            <a:off x="2305860" y="2923868"/>
            <a:ext cx="2547681" cy="12003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Streaming service</a:t>
            </a:r>
          </a:p>
          <a:p>
            <a:r>
              <a:rPr lang="en-US" sz="2400" dirty="0">
                <a:solidFill>
                  <a:schemeClr val="bg1"/>
                </a:solidFill>
              </a:rPr>
              <a:t>$7 (ads) / $16 (no ads)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3C1B8-482A-E8D2-EE52-8771E3AF93D4}"/>
              </a:ext>
            </a:extLst>
          </p:cNvPr>
          <p:cNvSpPr txBox="1"/>
          <p:nvPr/>
        </p:nvSpPr>
        <p:spPr>
          <a:xfrm>
            <a:off x="5452814" y="2923868"/>
            <a:ext cx="128637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TOTAL</a:t>
            </a:r>
          </a:p>
          <a:p>
            <a:r>
              <a:rPr lang="en-US" sz="2400" dirty="0">
                <a:solidFill>
                  <a:schemeClr val="bg1"/>
                </a:solidFill>
              </a:rPr>
              <a:t>$50-70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A1599A-10E4-14D5-8E0C-65917ECA2C6A}"/>
              </a:ext>
            </a:extLst>
          </p:cNvPr>
          <p:cNvSpPr txBox="1"/>
          <p:nvPr/>
        </p:nvSpPr>
        <p:spPr>
          <a:xfrm>
            <a:off x="1379503" y="4411071"/>
            <a:ext cx="1581074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Add live TV</a:t>
            </a:r>
          </a:p>
          <a:p>
            <a:r>
              <a:rPr lang="en-US" sz="2400" dirty="0">
                <a:solidFill>
                  <a:schemeClr val="bg1"/>
                </a:solidFill>
              </a:rPr>
              <a:t>$70-80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4DD630-297D-EBE1-4AF1-86B5F212874E}"/>
              </a:ext>
            </a:extLst>
          </p:cNvPr>
          <p:cNvSpPr txBox="1"/>
          <p:nvPr/>
        </p:nvSpPr>
        <p:spPr>
          <a:xfrm>
            <a:off x="4089241" y="4416200"/>
            <a:ext cx="1605355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bg1"/>
                </a:solidFill>
              </a:rPr>
              <a:t>TOTAL</a:t>
            </a:r>
          </a:p>
          <a:p>
            <a:r>
              <a:rPr lang="en-US" sz="2400" dirty="0">
                <a:solidFill>
                  <a:schemeClr val="bg1"/>
                </a:solidFill>
              </a:rPr>
              <a:t>$130-150</a:t>
            </a:r>
          </a:p>
        </p:txBody>
      </p:sp>
      <p:sp>
        <p:nvSpPr>
          <p:cNvPr id="16" name="Plus 15">
            <a:extLst>
              <a:ext uri="{FF2B5EF4-FFF2-40B4-BE49-F238E27FC236}">
                <a16:creationId xmlns:a16="http://schemas.microsoft.com/office/drawing/2014/main" id="{38168A10-9E83-1A19-91C6-B94AFF6747C9}"/>
              </a:ext>
            </a:extLst>
          </p:cNvPr>
          <p:cNvSpPr/>
          <p:nvPr/>
        </p:nvSpPr>
        <p:spPr>
          <a:xfrm>
            <a:off x="681182" y="4632112"/>
            <a:ext cx="456695" cy="38891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lus 16">
            <a:extLst>
              <a:ext uri="{FF2B5EF4-FFF2-40B4-BE49-F238E27FC236}">
                <a16:creationId xmlns:a16="http://schemas.microsoft.com/office/drawing/2014/main" id="{FE3D1131-EC4E-7BD0-B675-4A40D99E3659}"/>
              </a:ext>
            </a:extLst>
          </p:cNvPr>
          <p:cNvSpPr/>
          <p:nvPr/>
        </p:nvSpPr>
        <p:spPr>
          <a:xfrm>
            <a:off x="1761969" y="3144907"/>
            <a:ext cx="456695" cy="388917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qual 17">
            <a:extLst>
              <a:ext uri="{FF2B5EF4-FFF2-40B4-BE49-F238E27FC236}">
                <a16:creationId xmlns:a16="http://schemas.microsoft.com/office/drawing/2014/main" id="{45D28FC6-992F-40B1-3899-B3B7E1FC9A71}"/>
              </a:ext>
            </a:extLst>
          </p:cNvPr>
          <p:cNvSpPr/>
          <p:nvPr/>
        </p:nvSpPr>
        <p:spPr>
          <a:xfrm>
            <a:off x="4891919" y="3113735"/>
            <a:ext cx="522516" cy="451262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Equal 18">
            <a:extLst>
              <a:ext uri="{FF2B5EF4-FFF2-40B4-BE49-F238E27FC236}">
                <a16:creationId xmlns:a16="http://schemas.microsoft.com/office/drawing/2014/main" id="{FA40EF18-363B-F1A0-16FC-4F5A93472290}"/>
              </a:ext>
            </a:extLst>
          </p:cNvPr>
          <p:cNvSpPr/>
          <p:nvPr/>
        </p:nvSpPr>
        <p:spPr>
          <a:xfrm>
            <a:off x="3278901" y="4600938"/>
            <a:ext cx="522516" cy="451262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408FA93-0401-3FAF-6A01-FFF6A057F0DE}"/>
              </a:ext>
            </a:extLst>
          </p:cNvPr>
          <p:cNvSpPr/>
          <p:nvPr/>
        </p:nvSpPr>
        <p:spPr>
          <a:xfrm rot="18990153">
            <a:off x="3624854" y="3102510"/>
            <a:ext cx="3802933" cy="2043373"/>
          </a:xfrm>
          <a:custGeom>
            <a:avLst/>
            <a:gdLst>
              <a:gd name="connsiteX0" fmla="*/ 0 w 3802933"/>
              <a:gd name="connsiteY0" fmla="*/ 1021687 h 2043373"/>
              <a:gd name="connsiteX1" fmla="*/ 1901467 w 3802933"/>
              <a:gd name="connsiteY1" fmla="*/ 0 h 2043373"/>
              <a:gd name="connsiteX2" fmla="*/ 3802934 w 3802933"/>
              <a:gd name="connsiteY2" fmla="*/ 1021687 h 2043373"/>
              <a:gd name="connsiteX3" fmla="*/ 1901467 w 3802933"/>
              <a:gd name="connsiteY3" fmla="*/ 2043374 h 2043373"/>
              <a:gd name="connsiteX4" fmla="*/ 0 w 3802933"/>
              <a:gd name="connsiteY4" fmla="*/ 1021687 h 20433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2933" h="2043373" extrusionOk="0">
                <a:moveTo>
                  <a:pt x="0" y="1021687"/>
                </a:moveTo>
                <a:cubicBezTo>
                  <a:pt x="88912" y="405048"/>
                  <a:pt x="986304" y="-32180"/>
                  <a:pt x="1901467" y="0"/>
                </a:cubicBezTo>
                <a:cubicBezTo>
                  <a:pt x="2966995" y="-40192"/>
                  <a:pt x="3826333" y="489933"/>
                  <a:pt x="3802934" y="1021687"/>
                </a:cubicBezTo>
                <a:cubicBezTo>
                  <a:pt x="3658860" y="1393917"/>
                  <a:pt x="2961204" y="2249805"/>
                  <a:pt x="1901467" y="2043374"/>
                </a:cubicBezTo>
                <a:cubicBezTo>
                  <a:pt x="882224" y="2038867"/>
                  <a:pt x="-37984" y="1598845"/>
                  <a:pt x="0" y="1021687"/>
                </a:cubicBezTo>
                <a:close/>
              </a:path>
            </a:pathLst>
          </a:custGeom>
          <a:noFill/>
          <a:ln w="5715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1363887920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44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+mj-lt"/>
                <a:cs typeface="+mj-cs"/>
              </a:rPr>
              <a:t>Ok, so what are the steps?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333F0-DBE8-4FD8-E6E1-5280E9EEEE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23" r="4104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5165766" y="2631996"/>
            <a:ext cx="5781634" cy="4137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You’ll need a ”smart TV” or a TV with an HDMI port</a:t>
            </a:r>
          </a:p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Check with your provider to see if you can cancel without penalty</a:t>
            </a:r>
          </a:p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Decide on a streaming service       (e.g.., Netflix, Hulu) </a:t>
            </a:r>
          </a:p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Log into the service(s) on your TV</a:t>
            </a:r>
          </a:p>
          <a:p>
            <a:pPr marL="571500" indent="-457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Start exploring!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EE76C-E146-D261-495D-B6A23DF3A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5766" y="2194330"/>
            <a:ext cx="5781634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25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716" y="739979"/>
            <a:ext cx="5334930" cy="26890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+mj-lt"/>
                <a:cs typeface="+mj-cs"/>
              </a:rPr>
              <a:t>What’s a smart TV?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6194715" y="3836196"/>
            <a:ext cx="5365445" cy="2755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  <a:cs typeface="+mn-cs"/>
              </a:rPr>
              <a:t>A “smart TV” has software built-in that will allow you to log into and use streaming services such as Netflix or Hulu</a:t>
            </a:r>
            <a:endParaRPr lang="en-US" sz="36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sp>
        <p:nvSpPr>
          <p:cNvPr id="34" name="Freeform: Shape 2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C31C0E-EBD9-835B-356F-AD368BFA0C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46" b="-4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009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295B1C-C524-A10E-936D-68F3D99A5C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093" b="85417" l="5093" r="92477">
                        <a14:foregroundMark x1="66204" y1="21065" x2="44676" y2="13079"/>
                        <a14:foregroundMark x1="44676" y1="13079" x2="30787" y2="21759"/>
                        <a14:foregroundMark x1="30787" y1="21759" x2="30787" y2="21759"/>
                        <a14:foregroundMark x1="76620" y1="15972" x2="92477" y2="5324"/>
                        <a14:foregroundMark x1="6944" y1="9838" x2="5093" y2="12731"/>
                        <a14:foregroundMark x1="11921" y1="44444" x2="7870" y2="47106"/>
                        <a14:foregroundMark x1="5903" y1="39468" x2="9259" y2="39468"/>
                        <a14:foregroundMark x1="83796" y1="40856" x2="91088" y2="41551"/>
                        <a14:foregroundMark x1="91088" y1="41551" x2="85995" y2="43866"/>
                        <a14:foregroundMark x1="42824" y1="79282" x2="43171" y2="85417"/>
                        <a14:foregroundMark x1="40394" y1="44560" x2="40046" y2="50231"/>
                        <a14:foregroundMark x1="69097" y1="39468" x2="69213" y2="409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23" r="5582" b="14540"/>
          <a:stretch/>
        </p:blipFill>
        <p:spPr>
          <a:xfrm>
            <a:off x="7423541" y="2869809"/>
            <a:ext cx="4931296" cy="433172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529" y="0"/>
            <a:ext cx="6577208" cy="14419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+mj-lt"/>
                <a:cs typeface="+mj-cs"/>
              </a:rPr>
              <a:t>Do I have a smart TV?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207718" y="1298093"/>
            <a:ext cx="8355907" cy="5344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Was your TV purchased within the last 5 years?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It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 likely has all the apps like Netflix, Prime, Apple,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Hulu, etc. you need.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Not sure? 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L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ook at the remote </a:t>
            </a:r>
            <a:r>
              <a:rPr lang="en-US" sz="2400" i="1" u="sng" dirty="0">
                <a:solidFill>
                  <a:schemeClr val="tx1"/>
                </a:solidFill>
                <a:effectLst/>
                <a:latin typeface="+mn-lt"/>
                <a:cs typeface="+mn-cs"/>
              </a:rPr>
              <a:t>that came with your TV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. 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Does it have buttons for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 Hulu, Netflix or Prime?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If yes,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then </a:t>
            </a:r>
            <a:r>
              <a:rPr lang="en-US" sz="2400" i="1" dirty="0">
                <a:solidFill>
                  <a:schemeClr val="tx1"/>
                </a:solidFill>
                <a:effectLst/>
                <a:latin typeface="+mn-lt"/>
                <a:cs typeface="+mn-cs"/>
              </a:rPr>
              <a:t>you have a smart TV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. 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Still not sure?  Press the Home or the Menu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b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utton on your remote.  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D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oes your television 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display small logos for Netflix, Prime, Apple TV+?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If yes, 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then </a:t>
            </a:r>
            <a:r>
              <a:rPr lang="en-US" sz="2400" i="1" dirty="0">
                <a:solidFill>
                  <a:schemeClr val="tx1"/>
                </a:solidFill>
                <a:effectLst/>
                <a:latin typeface="+mn-lt"/>
                <a:cs typeface="+mn-cs"/>
              </a:rPr>
              <a:t>you have a smart TV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4818EA-507F-40FB-7D9F-87567876C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526" y="961829"/>
            <a:ext cx="5337132" cy="355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C3647A-8FAA-3FFE-2C95-AFFF92780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66771">
            <a:off x="7614053" y="106926"/>
            <a:ext cx="1513950" cy="52988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D9879A8-819D-3B74-62BF-A8A43E414AA1}"/>
              </a:ext>
            </a:extLst>
          </p:cNvPr>
          <p:cNvCxnSpPr>
            <a:cxnSpLocks/>
          </p:cNvCxnSpPr>
          <p:nvPr/>
        </p:nvCxnSpPr>
        <p:spPr>
          <a:xfrm>
            <a:off x="5435796" y="2332959"/>
            <a:ext cx="2183398" cy="7086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72FD0F-D5FB-20B8-B49A-B7CBE7D88F68}"/>
              </a:ext>
            </a:extLst>
          </p:cNvPr>
          <p:cNvCxnSpPr>
            <a:cxnSpLocks/>
          </p:cNvCxnSpPr>
          <p:nvPr/>
        </p:nvCxnSpPr>
        <p:spPr>
          <a:xfrm>
            <a:off x="5257162" y="2687498"/>
            <a:ext cx="2183398" cy="283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02AC7E-34E0-9288-167F-86CD80BC7452}"/>
              </a:ext>
            </a:extLst>
          </p:cNvPr>
          <p:cNvCxnSpPr>
            <a:cxnSpLocks/>
          </p:cNvCxnSpPr>
          <p:nvPr/>
        </p:nvCxnSpPr>
        <p:spPr>
          <a:xfrm flipH="1">
            <a:off x="9100422" y="2869809"/>
            <a:ext cx="2113678" cy="1987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38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>
                <a:solidFill>
                  <a:schemeClr val="tx1"/>
                </a:solidFill>
                <a:latin typeface="+mj-lt"/>
                <a:cs typeface="+mj-cs"/>
              </a:rPr>
              <a:t>What if I don’t have a smart TV?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C61C93-F129-3D12-8240-99118D77BC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962" r="22466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5172205" y="2573852"/>
            <a:ext cx="6677120" cy="4151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There’s still hope. You will need two things: </a:t>
            </a:r>
          </a:p>
          <a:p>
            <a:pPr marL="571500" marR="0" lvl="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A television with an HDMI port</a:t>
            </a: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.</a:t>
            </a:r>
          </a:p>
          <a:p>
            <a:pPr marL="571500" marR="0" lvl="0" indent="-4572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A streaming device.</a:t>
            </a: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chemeClr val="tx1"/>
                </a:solidFill>
                <a:effectLst/>
                <a:latin typeface="+mn-lt"/>
                <a:cs typeface="+mn-cs"/>
              </a:rPr>
              <a:t>ou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 will connect a streaming device such as Roku, Amazon Fire Stick, or Google Chromecast to the HDMI port.</a:t>
            </a: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+mn-lt"/>
                <a:cs typeface="+mn-cs"/>
              </a:rPr>
              <a:t>Prices range from $3</a:t>
            </a: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0-$50.</a:t>
            </a: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effectLst/>
              <a:latin typeface="+mn-lt"/>
              <a:cs typeface="+mn-cs"/>
            </a:endParaRPr>
          </a:p>
          <a:p>
            <a:pPr marL="114300" marR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+mn-lt"/>
                <a:cs typeface="+mn-cs"/>
              </a:rPr>
              <a:t>If you have no preference, then purchasing the least expensive one should be all you need.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72162C-9320-9015-5649-7C7EF9611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2205" y="2194330"/>
            <a:ext cx="5863225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+mj-lt"/>
                <a:cs typeface="+mj-cs"/>
              </a:rPr>
              <a:t>HDMI port</a:t>
            </a:r>
          </a:p>
        </p:txBody>
      </p:sp>
      <p:pic>
        <p:nvPicPr>
          <p:cNvPr id="3" name="Picture 2" descr="A close up of a device&#10;&#10;Description automatically generated">
            <a:extLst>
              <a:ext uri="{FF2B5EF4-FFF2-40B4-BE49-F238E27FC236}">
                <a16:creationId xmlns:a16="http://schemas.microsoft.com/office/drawing/2014/main" id="{E798EBDB-11A7-0D7A-917E-BCF025BACE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7" r="10359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98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336" y="1095550"/>
            <a:ext cx="4358688" cy="29522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dirty="0">
                <a:solidFill>
                  <a:schemeClr val="tx1"/>
                </a:solidFill>
                <a:latin typeface="+mj-lt"/>
                <a:cs typeface="+mj-cs"/>
              </a:rPr>
              <a:t>I have a TV with an HDMI port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5297761" y="4570476"/>
            <a:ext cx="4358689" cy="2032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+mn-lt"/>
                <a:cs typeface="+mn-cs"/>
              </a:rPr>
              <a:t>Chromecast: $20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3600" dirty="0">
                <a:solidFill>
                  <a:schemeClr val="tx1"/>
                </a:solidFill>
                <a:effectLst/>
                <a:latin typeface="+mn-lt"/>
                <a:cs typeface="+mn-cs"/>
              </a:rPr>
              <a:t>Roku: $30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3600" dirty="0">
                <a:solidFill>
                  <a:schemeClr val="tx1"/>
                </a:solidFill>
                <a:effectLst/>
                <a:latin typeface="+mn-lt"/>
                <a:cs typeface="+mn-cs"/>
              </a:rPr>
              <a:t>Amazo</a:t>
            </a:r>
            <a:r>
              <a:rPr lang="en-US" sz="3600" dirty="0">
                <a:solidFill>
                  <a:schemeClr val="tx1"/>
                </a:solidFill>
                <a:latin typeface="+mn-lt"/>
                <a:cs typeface="+mn-cs"/>
              </a:rPr>
              <a:t>n Fire: $40</a:t>
            </a:r>
            <a:endParaRPr lang="en-US" sz="3600" dirty="0">
              <a:solidFill>
                <a:schemeClr val="tx1"/>
              </a:solidFill>
              <a:effectLst/>
              <a:latin typeface="+mn-lt"/>
              <a:cs typeface="+mn-cs"/>
            </a:endParaRPr>
          </a:p>
        </p:txBody>
      </p:sp>
      <p:sp>
        <p:nvSpPr>
          <p:cNvPr id="5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2C205-113E-9710-58AC-87FB728B45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6" r="-1"/>
          <a:stretch/>
        </p:blipFill>
        <p:spPr>
          <a:xfrm>
            <a:off x="127055" y="564828"/>
            <a:ext cx="5081281" cy="1874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6D5C5F-3531-3142-78BA-E72C1DE3A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453" y="151682"/>
            <a:ext cx="3942071" cy="2419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0C696-EC3F-6850-784D-C06344D39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15" y="4199978"/>
            <a:ext cx="2870206" cy="1939052"/>
          </a:xfrm>
          <a:prstGeom prst="rect">
            <a:avLst/>
          </a:prstGeom>
        </p:spPr>
      </p:pic>
      <p:sp>
        <p:nvSpPr>
          <p:cNvPr id="3" name="Explosion 2 2">
            <a:extLst>
              <a:ext uri="{FF2B5EF4-FFF2-40B4-BE49-F238E27FC236}">
                <a16:creationId xmlns:a16="http://schemas.microsoft.com/office/drawing/2014/main" id="{57A94897-0A5B-3DB2-371C-23AEC1413B50}"/>
              </a:ext>
            </a:extLst>
          </p:cNvPr>
          <p:cNvSpPr/>
          <p:nvPr/>
        </p:nvSpPr>
        <p:spPr>
          <a:xfrm>
            <a:off x="4305300" y="4950277"/>
            <a:ext cx="4610100" cy="1188753"/>
          </a:xfrm>
          <a:custGeom>
            <a:avLst/>
            <a:gdLst>
              <a:gd name="connsiteX0" fmla="*/ 2446341 w 4610100"/>
              <a:gd name="connsiteY0" fmla="*/ 238961 h 1188753"/>
              <a:gd name="connsiteX1" fmla="*/ 2815695 w 4610100"/>
              <a:gd name="connsiteY1" fmla="*/ 114701 h 1188753"/>
              <a:gd name="connsiteX2" fmla="*/ 3156637 w 4610100"/>
              <a:gd name="connsiteY2" fmla="*/ 0 h 1188753"/>
              <a:gd name="connsiteX3" fmla="*/ 3100078 w 4610100"/>
              <a:gd name="connsiteY3" fmla="*/ 317936 h 1188753"/>
              <a:gd name="connsiteX4" fmla="*/ 3449366 w 4610100"/>
              <a:gd name="connsiteY4" fmla="*/ 250554 h 1188753"/>
              <a:gd name="connsiteX5" fmla="*/ 3843244 w 4610100"/>
              <a:gd name="connsiteY5" fmla="*/ 174570 h 1188753"/>
              <a:gd name="connsiteX6" fmla="*/ 3495992 w 4610100"/>
              <a:gd name="connsiteY6" fmla="*/ 359487 h 1188753"/>
              <a:gd name="connsiteX7" fmla="*/ 4053046 w 4610100"/>
              <a:gd name="connsiteY7" fmla="*/ 362597 h 1188753"/>
              <a:gd name="connsiteX8" fmla="*/ 4610100 w 4610100"/>
              <a:gd name="connsiteY8" fmla="*/ 365706 h 1188753"/>
              <a:gd name="connsiteX9" fmla="*/ 4097909 w 4610100"/>
              <a:gd name="connsiteY9" fmla="*/ 444606 h 1188753"/>
              <a:gd name="connsiteX10" fmla="*/ 3625117 w 4610100"/>
              <a:gd name="connsiteY10" fmla="*/ 517437 h 1188753"/>
              <a:gd name="connsiteX11" fmla="*/ 3899376 w 4610100"/>
              <a:gd name="connsiteY11" fmla="*/ 621343 h 1188753"/>
              <a:gd name="connsiteX12" fmla="*/ 3495992 w 4610100"/>
              <a:gd name="connsiteY12" fmla="*/ 677479 h 1188753"/>
              <a:gd name="connsiteX13" fmla="*/ 4028928 w 4610100"/>
              <a:gd name="connsiteY13" fmla="*/ 860304 h 1188753"/>
              <a:gd name="connsiteX14" fmla="*/ 3603905 w 4610100"/>
              <a:gd name="connsiteY14" fmla="*/ 827144 h 1188753"/>
              <a:gd name="connsiteX15" fmla="*/ 3124623 w 4610100"/>
              <a:gd name="connsiteY15" fmla="*/ 789750 h 1188753"/>
              <a:gd name="connsiteX16" fmla="*/ 3189079 w 4610100"/>
              <a:gd name="connsiteY16" fmla="*/ 955955 h 1188753"/>
              <a:gd name="connsiteX17" fmla="*/ 2599584 w 4610100"/>
              <a:gd name="connsiteY17" fmla="*/ 876980 h 1188753"/>
              <a:gd name="connsiteX18" fmla="*/ 2478355 w 4610100"/>
              <a:gd name="connsiteY18" fmla="*/ 1036966 h 1188753"/>
              <a:gd name="connsiteX19" fmla="*/ 2106986 w 4610100"/>
              <a:gd name="connsiteY19" fmla="*/ 955955 h 1188753"/>
              <a:gd name="connsiteX20" fmla="*/ 1856845 w 4610100"/>
              <a:gd name="connsiteY20" fmla="*/ 1084847 h 1188753"/>
              <a:gd name="connsiteX21" fmla="*/ 1606491 w 4610100"/>
              <a:gd name="connsiteY21" fmla="*/ 997506 h 1188753"/>
              <a:gd name="connsiteX22" fmla="*/ 1049438 w 4610100"/>
              <a:gd name="connsiteY22" fmla="*/ 1188753 h 1188753"/>
              <a:gd name="connsiteX23" fmla="*/ 1025533 w 4610100"/>
              <a:gd name="connsiteY23" fmla="*/ 1003835 h 1188753"/>
              <a:gd name="connsiteX24" fmla="*/ 649896 w 4610100"/>
              <a:gd name="connsiteY24" fmla="*/ 992416 h 1188753"/>
              <a:gd name="connsiteX25" fmla="*/ 274258 w 4610100"/>
              <a:gd name="connsiteY25" fmla="*/ 980996 h 1188753"/>
              <a:gd name="connsiteX26" fmla="*/ 710723 w 4610100"/>
              <a:gd name="connsiteY26" fmla="*/ 845885 h 1188753"/>
              <a:gd name="connsiteX27" fmla="*/ 362469 w 4610100"/>
              <a:gd name="connsiteY27" fmla="*/ 778656 h 1188753"/>
              <a:gd name="connsiteX28" fmla="*/ 0 w 4610100"/>
              <a:gd name="connsiteY28" fmla="*/ 708683 h 1188753"/>
              <a:gd name="connsiteX29" fmla="*/ 428323 w 4610100"/>
              <a:gd name="connsiteY29" fmla="*/ 672616 h 1188753"/>
              <a:gd name="connsiteX30" fmla="*/ 839849 w 4610100"/>
              <a:gd name="connsiteY30" fmla="*/ 637964 h 1188753"/>
              <a:gd name="connsiteX31" fmla="*/ 250140 w 4610100"/>
              <a:gd name="connsiteY31" fmla="*/ 455138 h 1188753"/>
              <a:gd name="connsiteX32" fmla="*/ 707308 w 4610100"/>
              <a:gd name="connsiteY32" fmla="*/ 442423 h 1188753"/>
              <a:gd name="connsiteX33" fmla="*/ 1146548 w 4610100"/>
              <a:gd name="connsiteY33" fmla="*/ 430207 h 1188753"/>
              <a:gd name="connsiteX34" fmla="*/ 960864 w 4610100"/>
              <a:gd name="connsiteY34" fmla="*/ 199501 h 1188753"/>
              <a:gd name="connsiteX35" fmla="*/ 1366928 w 4610100"/>
              <a:gd name="connsiteY35" fmla="*/ 270815 h 1188753"/>
              <a:gd name="connsiteX36" fmla="*/ 1824831 w 4610100"/>
              <a:gd name="connsiteY36" fmla="*/ 351232 h 1188753"/>
              <a:gd name="connsiteX37" fmla="*/ 2074971 w 4610100"/>
              <a:gd name="connsiteY37" fmla="*/ 103850 h 1188753"/>
              <a:gd name="connsiteX38" fmla="*/ 2446341 w 4610100"/>
              <a:gd name="connsiteY38" fmla="*/ 238961 h 11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610100" h="1188753" extrusionOk="0">
                <a:moveTo>
                  <a:pt x="2446341" y="238961"/>
                </a:moveTo>
                <a:cubicBezTo>
                  <a:pt x="2625846" y="176405"/>
                  <a:pt x="2685895" y="161949"/>
                  <a:pt x="2815695" y="114701"/>
                </a:cubicBezTo>
                <a:cubicBezTo>
                  <a:pt x="2945495" y="67453"/>
                  <a:pt x="2991570" y="44071"/>
                  <a:pt x="3156637" y="0"/>
                </a:cubicBezTo>
                <a:cubicBezTo>
                  <a:pt x="3132890" y="100623"/>
                  <a:pt x="3105772" y="211321"/>
                  <a:pt x="3100078" y="317936"/>
                </a:cubicBezTo>
                <a:cubicBezTo>
                  <a:pt x="3241822" y="284739"/>
                  <a:pt x="3300834" y="263956"/>
                  <a:pt x="3449366" y="250554"/>
                </a:cubicBezTo>
                <a:cubicBezTo>
                  <a:pt x="3597898" y="237152"/>
                  <a:pt x="3686340" y="210695"/>
                  <a:pt x="3843244" y="174570"/>
                </a:cubicBezTo>
                <a:cubicBezTo>
                  <a:pt x="3700413" y="259635"/>
                  <a:pt x="3577690" y="313456"/>
                  <a:pt x="3495992" y="359487"/>
                </a:cubicBezTo>
                <a:cubicBezTo>
                  <a:pt x="3658666" y="370904"/>
                  <a:pt x="3914921" y="348332"/>
                  <a:pt x="4053046" y="362597"/>
                </a:cubicBezTo>
                <a:cubicBezTo>
                  <a:pt x="4191171" y="376862"/>
                  <a:pt x="4446472" y="371564"/>
                  <a:pt x="4610100" y="365706"/>
                </a:cubicBezTo>
                <a:cubicBezTo>
                  <a:pt x="4408518" y="371806"/>
                  <a:pt x="4232624" y="415928"/>
                  <a:pt x="4097909" y="444606"/>
                </a:cubicBezTo>
                <a:cubicBezTo>
                  <a:pt x="3963194" y="473284"/>
                  <a:pt x="3778901" y="480735"/>
                  <a:pt x="3625117" y="517437"/>
                </a:cubicBezTo>
                <a:cubicBezTo>
                  <a:pt x="3710240" y="552274"/>
                  <a:pt x="3792279" y="568583"/>
                  <a:pt x="3899376" y="621343"/>
                </a:cubicBezTo>
                <a:cubicBezTo>
                  <a:pt x="3719036" y="666119"/>
                  <a:pt x="3620714" y="642053"/>
                  <a:pt x="3495992" y="677479"/>
                </a:cubicBezTo>
                <a:cubicBezTo>
                  <a:pt x="3762404" y="750311"/>
                  <a:pt x="3840081" y="770671"/>
                  <a:pt x="4028928" y="860304"/>
                </a:cubicBezTo>
                <a:cubicBezTo>
                  <a:pt x="3825854" y="848143"/>
                  <a:pt x="3796872" y="841263"/>
                  <a:pt x="3603905" y="827144"/>
                </a:cubicBezTo>
                <a:cubicBezTo>
                  <a:pt x="3410939" y="813024"/>
                  <a:pt x="3335753" y="828273"/>
                  <a:pt x="3124623" y="789750"/>
                </a:cubicBezTo>
                <a:cubicBezTo>
                  <a:pt x="3145085" y="857805"/>
                  <a:pt x="3160193" y="883174"/>
                  <a:pt x="3189079" y="955955"/>
                </a:cubicBezTo>
                <a:cubicBezTo>
                  <a:pt x="2915205" y="948672"/>
                  <a:pt x="2772252" y="923449"/>
                  <a:pt x="2599584" y="876980"/>
                </a:cubicBezTo>
                <a:cubicBezTo>
                  <a:pt x="2553062" y="936711"/>
                  <a:pt x="2530742" y="960744"/>
                  <a:pt x="2478355" y="1036966"/>
                </a:cubicBezTo>
                <a:cubicBezTo>
                  <a:pt x="2383543" y="1001960"/>
                  <a:pt x="2201578" y="979131"/>
                  <a:pt x="2106986" y="955955"/>
                </a:cubicBezTo>
                <a:cubicBezTo>
                  <a:pt x="1984358" y="1014979"/>
                  <a:pt x="1960533" y="1022905"/>
                  <a:pt x="1856845" y="1084847"/>
                </a:cubicBezTo>
                <a:cubicBezTo>
                  <a:pt x="1775596" y="1057384"/>
                  <a:pt x="1727602" y="1045407"/>
                  <a:pt x="1606491" y="997506"/>
                </a:cubicBezTo>
                <a:cubicBezTo>
                  <a:pt x="1393450" y="1040625"/>
                  <a:pt x="1291657" y="1082423"/>
                  <a:pt x="1049438" y="1188753"/>
                </a:cubicBezTo>
                <a:cubicBezTo>
                  <a:pt x="1042093" y="1129075"/>
                  <a:pt x="1037487" y="1060127"/>
                  <a:pt x="1025533" y="1003835"/>
                </a:cubicBezTo>
                <a:cubicBezTo>
                  <a:pt x="842548" y="982376"/>
                  <a:pt x="811144" y="989119"/>
                  <a:pt x="649896" y="992416"/>
                </a:cubicBezTo>
                <a:cubicBezTo>
                  <a:pt x="488648" y="995713"/>
                  <a:pt x="396008" y="967824"/>
                  <a:pt x="274258" y="980996"/>
                </a:cubicBezTo>
                <a:cubicBezTo>
                  <a:pt x="372362" y="936932"/>
                  <a:pt x="584817" y="871039"/>
                  <a:pt x="710723" y="845885"/>
                </a:cubicBezTo>
                <a:cubicBezTo>
                  <a:pt x="600292" y="839867"/>
                  <a:pt x="449712" y="803196"/>
                  <a:pt x="362469" y="778656"/>
                </a:cubicBezTo>
                <a:cubicBezTo>
                  <a:pt x="275226" y="754116"/>
                  <a:pt x="143534" y="749164"/>
                  <a:pt x="0" y="708683"/>
                </a:cubicBezTo>
                <a:cubicBezTo>
                  <a:pt x="141615" y="696013"/>
                  <a:pt x="330929" y="671484"/>
                  <a:pt x="428323" y="672616"/>
                </a:cubicBezTo>
                <a:cubicBezTo>
                  <a:pt x="525717" y="673749"/>
                  <a:pt x="642477" y="636114"/>
                  <a:pt x="839849" y="637964"/>
                </a:cubicBezTo>
                <a:cubicBezTo>
                  <a:pt x="608701" y="582554"/>
                  <a:pt x="398835" y="477381"/>
                  <a:pt x="250140" y="455138"/>
                </a:cubicBezTo>
                <a:cubicBezTo>
                  <a:pt x="465676" y="448415"/>
                  <a:pt x="533710" y="450524"/>
                  <a:pt x="707308" y="442423"/>
                </a:cubicBezTo>
                <a:cubicBezTo>
                  <a:pt x="880906" y="434322"/>
                  <a:pt x="986695" y="424847"/>
                  <a:pt x="1146548" y="430207"/>
                </a:cubicBezTo>
                <a:cubicBezTo>
                  <a:pt x="1060065" y="337747"/>
                  <a:pt x="1015454" y="259545"/>
                  <a:pt x="960864" y="199501"/>
                </a:cubicBezTo>
                <a:cubicBezTo>
                  <a:pt x="1071909" y="210040"/>
                  <a:pt x="1255287" y="264124"/>
                  <a:pt x="1366928" y="270815"/>
                </a:cubicBezTo>
                <a:cubicBezTo>
                  <a:pt x="1478569" y="277506"/>
                  <a:pt x="1681349" y="307849"/>
                  <a:pt x="1824831" y="351232"/>
                </a:cubicBezTo>
                <a:cubicBezTo>
                  <a:pt x="1951564" y="249446"/>
                  <a:pt x="1982056" y="172728"/>
                  <a:pt x="2074971" y="103850"/>
                </a:cubicBezTo>
                <a:cubicBezTo>
                  <a:pt x="2227106" y="139463"/>
                  <a:pt x="2345198" y="189689"/>
                  <a:pt x="2446341" y="238961"/>
                </a:cubicBezTo>
                <a:close/>
              </a:path>
            </a:pathLst>
          </a:custGeom>
          <a:noFill/>
          <a:ln w="5715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2608757365">
                  <a:prstGeom prst="irregularSeal2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083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10" y="389550"/>
            <a:ext cx="3822189" cy="189991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+mj-lt"/>
                <a:cs typeface="+mj-cs"/>
              </a:rPr>
              <a:t>What if I don’t have a smart TV or a TV with an HDMI port?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692304" y="2674223"/>
            <a:ext cx="4328778" cy="400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aseline="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Depending on how much you’re willing to spend up-front, it may be worth investing in a smart TV. </a:t>
            </a:r>
          </a:p>
          <a:p>
            <a:r>
              <a:rPr lang="en-US" dirty="0"/>
              <a:t>A new 32” smart TV from BestBuy, Walmart, or Target can be purchased starting at ~$90.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3416-E510-FECD-30A2-A09FEF86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422" y="211701"/>
            <a:ext cx="2805866" cy="18958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2BE384-24F5-6CB2-787F-E1555116B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1402" y="2123006"/>
            <a:ext cx="3083978" cy="728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2DE24D-E9E2-F242-FBEB-A01403556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9154" y="2674223"/>
            <a:ext cx="1100129" cy="366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A310C3-E739-685F-10DA-C1B5F72546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143" y="6265650"/>
            <a:ext cx="1200150" cy="400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66248C-E7E6-E53E-CCDB-8C8F0BDF3E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3416" y="5908087"/>
            <a:ext cx="2805867" cy="278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0D90CF-B3B5-16C0-B887-9D8841408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94450" y="3960834"/>
            <a:ext cx="2997881" cy="1994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562331-4635-7D87-4ED8-A4C10DD74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2777" y="211701"/>
            <a:ext cx="990600" cy="673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BBD2AD-45BE-6F4F-36CC-33B249B613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8760" y="811575"/>
            <a:ext cx="867316" cy="1055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C54E8F-D5EE-FE39-115A-4F1AB7F7DBA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2710" y="1387808"/>
            <a:ext cx="2140477" cy="13506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1D1EEF-1398-7BBE-BC51-132B990732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92146" y="5637395"/>
            <a:ext cx="2337174" cy="10089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3977F6-4451-0435-9C2B-CCA1B8E010D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94043" y="3734877"/>
            <a:ext cx="3208238" cy="21267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D729E1-FFF3-333C-CFF7-A436BB9B05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19700" y="3194050"/>
            <a:ext cx="175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644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dirty="0">
                <a:solidFill>
                  <a:schemeClr val="tx1"/>
                </a:solidFill>
                <a:latin typeface="+mj-lt"/>
                <a:cs typeface="+mj-cs"/>
              </a:rPr>
              <a:t>Ok, I have a smart TV, or at least a TV with an HDMI port. Now what?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407963" y="2757203"/>
            <a:ext cx="5127297" cy="41007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en-US"/>
            </a:defPPr>
            <a:lvl1pPr marL="3429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baseline="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aseline="0">
                <a:solidFill>
                  <a:srgbClr val="595959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14300" indent="0">
              <a:buNone/>
            </a:pPr>
            <a:r>
              <a:rPr lang="en-US" sz="2800" dirty="0"/>
              <a:t>Decide on a streaming service. </a:t>
            </a:r>
          </a:p>
          <a:p>
            <a:pPr marL="114300" indent="0">
              <a:buNone/>
            </a:pPr>
            <a:r>
              <a:rPr lang="en-US" sz="2800" dirty="0"/>
              <a:t>Some shows (e.g., Ted Lasso, The Bear) are proprietary to a specific service, while others are available on multiple services. </a:t>
            </a:r>
          </a:p>
          <a:p>
            <a:pPr marL="114300" indent="0">
              <a:buNone/>
            </a:pPr>
            <a:r>
              <a:rPr lang="en-US" sz="2800" dirty="0"/>
              <a:t>The least expensive streaming service is Netflix at $7 (with ads) and $16 (no ads).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295B1C-C524-A10E-936D-68F3D99A5C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3" b="-2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6021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904" y="195818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+mj-lt"/>
                <a:cs typeface="+mj-cs"/>
              </a:rPr>
              <a:t>Streaming Services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163251" y="6089786"/>
            <a:ext cx="9382462" cy="460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https://</a:t>
            </a:r>
            <a:r>
              <a:rPr lang="en-US" sz="2000" b="1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www.cnet.com</a:t>
            </a:r>
            <a:r>
              <a:rPr lang="en-US" sz="2000" b="1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/tech/services-and-software/best-streaming-service/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927AF-7850-9DE3-955A-568A09FFA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12" y="612047"/>
            <a:ext cx="2197100" cy="800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7F15FC-4324-8566-05B3-AB911F4B8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715" y="713385"/>
            <a:ext cx="2478849" cy="1368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D8371B-BBE1-0A6F-748E-2BCE35DF8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634" y="4062617"/>
            <a:ext cx="2075596" cy="781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FA340F-5DA9-EC3B-FC09-9E060B80EA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198" b="94477" l="1128" r="97180">
                        <a14:foregroundMark x1="20959" y1="19767" x2="21335" y2="46802"/>
                        <a14:foregroundMark x1="14286" y1="23837" x2="13910" y2="43314"/>
                        <a14:foregroundMark x1="7989" y1="25581" x2="8365" y2="35756"/>
                        <a14:foregroundMark x1="1128" y1="23256" x2="2444" y2="45058"/>
                        <a14:foregroundMark x1="20395" y1="4942" x2="19455" y2="6686"/>
                        <a14:foregroundMark x1="41541" y1="27907" x2="42669" y2="35174"/>
                        <a14:foregroundMark x1="54887" y1="22674" x2="55639" y2="29360"/>
                        <a14:foregroundMark x1="65226" y1="22674" x2="65414" y2="32849"/>
                        <a14:foregroundMark x1="60996" y1="22674" x2="59117" y2="31686"/>
                        <a14:foregroundMark x1="65038" y1="3198" x2="64568" y2="7849"/>
                        <a14:foregroundMark x1="76410" y1="9884" x2="76034" y2="27907"/>
                        <a14:foregroundMark x1="81579" y1="29360" x2="81955" y2="41570"/>
                        <a14:foregroundMark x1="91729" y1="24419" x2="91635" y2="39244"/>
                        <a14:foregroundMark x1="69925" y1="61628" x2="73966" y2="63372"/>
                        <a14:foregroundMark x1="49342" y1="93023" x2="53383" y2="94767"/>
                        <a14:foregroundMark x1="25000" y1="38081" x2="28947" y2="19767"/>
                        <a14:foregroundMark x1="28947" y1="19767" x2="34117" y2="21512"/>
                        <a14:foregroundMark x1="93045" y1="19767" x2="97180" y2="267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8440" y="4416710"/>
            <a:ext cx="2417871" cy="78171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28B07D3-6B08-9B98-F0AA-80DC37EDD0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25678" y="2757896"/>
            <a:ext cx="2338963" cy="850532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4E85D894-9AB1-8BF5-EAFA-EFB1DE09AF84}"/>
              </a:ext>
            </a:extLst>
          </p:cNvPr>
          <p:cNvSpPr txBox="1">
            <a:spLocks/>
          </p:cNvSpPr>
          <p:nvPr/>
        </p:nvSpPr>
        <p:spPr>
          <a:xfrm>
            <a:off x="6677227" y="1315081"/>
            <a:ext cx="1426070" cy="551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cs typeface="+mn-cs"/>
              </a:rPr>
              <a:t>$7 ads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$16 no ads</a:t>
            </a:r>
            <a:endParaRPr lang="en-US" b="1" dirty="0">
              <a:solidFill>
                <a:schemeClr val="tx1">
                  <a:alpha val="80000"/>
                </a:schemeClr>
              </a:solidFill>
              <a:effectLst/>
              <a:latin typeface="+mn-lt"/>
              <a:cs typeface="+mn-cs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FCFD864-02A0-8124-19F5-9E05EA4C45C2}"/>
              </a:ext>
            </a:extLst>
          </p:cNvPr>
          <p:cNvSpPr txBox="1">
            <a:spLocks/>
          </p:cNvSpPr>
          <p:nvPr/>
        </p:nvSpPr>
        <p:spPr>
          <a:xfrm>
            <a:off x="10065382" y="2153445"/>
            <a:ext cx="1426070" cy="5514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cs typeface="+mn-cs"/>
              </a:rPr>
              <a:t>$8 ads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$14 no ads</a:t>
            </a:r>
            <a:endParaRPr lang="en-US" b="1" dirty="0">
              <a:solidFill>
                <a:schemeClr val="tx1">
                  <a:alpha val="80000"/>
                </a:schemeClr>
              </a:solidFill>
              <a:effectLst/>
              <a:latin typeface="+mn-lt"/>
              <a:cs typeface="+mn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E53A32A-663B-085B-35BD-F754052153DD}"/>
              </a:ext>
            </a:extLst>
          </p:cNvPr>
          <p:cNvSpPr txBox="1">
            <a:spLocks/>
          </p:cNvSpPr>
          <p:nvPr/>
        </p:nvSpPr>
        <p:spPr>
          <a:xfrm>
            <a:off x="9245515" y="4918285"/>
            <a:ext cx="2245937" cy="137915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cs typeface="+mn-cs"/>
              </a:rPr>
              <a:t>$8 ads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$18 no ads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live TV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   +$77 (ads)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   +90 (no ads)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endParaRPr lang="en-US" b="1" dirty="0">
              <a:solidFill>
                <a:schemeClr val="tx1">
                  <a:alpha val="80000"/>
                </a:schemeClr>
              </a:solidFill>
              <a:effectLst/>
              <a:latin typeface="+mn-lt"/>
              <a:cs typeface="+mn-cs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6C9579-8753-B8CC-7902-CCD3AA6F9F03}"/>
              </a:ext>
            </a:extLst>
          </p:cNvPr>
          <p:cNvSpPr txBox="1">
            <a:spLocks/>
          </p:cNvSpPr>
          <p:nvPr/>
        </p:nvSpPr>
        <p:spPr>
          <a:xfrm>
            <a:off x="6511281" y="3731677"/>
            <a:ext cx="1426070" cy="551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cs typeface="+mn-cs"/>
              </a:rPr>
              <a:t>$10 no ads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F0D4D7-2DAA-B171-2114-431D180349C0}"/>
              </a:ext>
            </a:extLst>
          </p:cNvPr>
          <p:cNvSpPr txBox="1">
            <a:spLocks/>
          </p:cNvSpPr>
          <p:nvPr/>
        </p:nvSpPr>
        <p:spPr>
          <a:xfrm>
            <a:off x="5334186" y="5312670"/>
            <a:ext cx="2182125" cy="7817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latin typeface="+mn-lt"/>
                <a:cs typeface="+mn-cs"/>
              </a:rPr>
              <a:t>Free (ads) w/Prime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b="1" dirty="0">
                <a:solidFill>
                  <a:schemeClr val="tx1">
                    <a:alpha val="80000"/>
                  </a:schemeClr>
                </a:solidFill>
                <a:effectLst/>
                <a:latin typeface="+mn-lt"/>
                <a:cs typeface="+mn-cs"/>
              </a:rPr>
              <a:t>$3 (no ads) w/Prime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EAC57D-D068-2B71-B900-6B99D1B966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555" y="2052437"/>
            <a:ext cx="3987800" cy="3898900"/>
          </a:xfrm>
          <a:prstGeom prst="rect">
            <a:avLst/>
          </a:prstGeom>
        </p:spPr>
      </p:pic>
      <p:sp>
        <p:nvSpPr>
          <p:cNvPr id="9" name="Explosion 2 8">
            <a:extLst>
              <a:ext uri="{FF2B5EF4-FFF2-40B4-BE49-F238E27FC236}">
                <a16:creationId xmlns:a16="http://schemas.microsoft.com/office/drawing/2014/main" id="{282D1E68-754B-7B99-7E0E-AEB6B306CAE6}"/>
              </a:ext>
            </a:extLst>
          </p:cNvPr>
          <p:cNvSpPr/>
          <p:nvPr/>
        </p:nvSpPr>
        <p:spPr>
          <a:xfrm>
            <a:off x="5149190" y="31993"/>
            <a:ext cx="4734242" cy="2352313"/>
          </a:xfrm>
          <a:custGeom>
            <a:avLst/>
            <a:gdLst>
              <a:gd name="connsiteX0" fmla="*/ 2512216 w 4734242"/>
              <a:gd name="connsiteY0" fmla="*/ 472858 h 2352313"/>
              <a:gd name="connsiteX1" fmla="*/ 2891516 w 4734242"/>
              <a:gd name="connsiteY1" fmla="*/ 226972 h 2352313"/>
              <a:gd name="connsiteX2" fmla="*/ 3241640 w 4734242"/>
              <a:gd name="connsiteY2" fmla="*/ 0 h 2352313"/>
              <a:gd name="connsiteX3" fmla="*/ 3183558 w 4734242"/>
              <a:gd name="connsiteY3" fmla="*/ 629134 h 2352313"/>
              <a:gd name="connsiteX4" fmla="*/ 3542251 w 4734242"/>
              <a:gd name="connsiteY4" fmla="*/ 495798 h 2352313"/>
              <a:gd name="connsiteX5" fmla="*/ 3946735 w 4734242"/>
              <a:gd name="connsiteY5" fmla="*/ 345441 h 2352313"/>
              <a:gd name="connsiteX6" fmla="*/ 3590133 w 4734242"/>
              <a:gd name="connsiteY6" fmla="*/ 711356 h 2352313"/>
              <a:gd name="connsiteX7" fmla="*/ 4162188 w 4734242"/>
              <a:gd name="connsiteY7" fmla="*/ 717509 h 2352313"/>
              <a:gd name="connsiteX8" fmla="*/ 4734242 w 4734242"/>
              <a:gd name="connsiteY8" fmla="*/ 723662 h 2352313"/>
              <a:gd name="connsiteX9" fmla="*/ 4208259 w 4734242"/>
              <a:gd name="connsiteY9" fmla="*/ 879790 h 2352313"/>
              <a:gd name="connsiteX10" fmla="*/ 3722736 w 4734242"/>
              <a:gd name="connsiteY10" fmla="*/ 1023909 h 2352313"/>
              <a:gd name="connsiteX11" fmla="*/ 4004379 w 4734242"/>
              <a:gd name="connsiteY11" fmla="*/ 1229519 h 2352313"/>
              <a:gd name="connsiteX12" fmla="*/ 3590133 w 4734242"/>
              <a:gd name="connsiteY12" fmla="*/ 1340600 h 2352313"/>
              <a:gd name="connsiteX13" fmla="*/ 4137420 w 4734242"/>
              <a:gd name="connsiteY13" fmla="*/ 1702377 h 2352313"/>
              <a:gd name="connsiteX14" fmla="*/ 3700952 w 4734242"/>
              <a:gd name="connsiteY14" fmla="*/ 1636758 h 2352313"/>
              <a:gd name="connsiteX15" fmla="*/ 3208764 w 4734242"/>
              <a:gd name="connsiteY15" fmla="*/ 1562763 h 2352313"/>
              <a:gd name="connsiteX16" fmla="*/ 3274955 w 4734242"/>
              <a:gd name="connsiteY16" fmla="*/ 1891651 h 2352313"/>
              <a:gd name="connsiteX17" fmla="*/ 2669586 w 4734242"/>
              <a:gd name="connsiteY17" fmla="*/ 1735375 h 2352313"/>
              <a:gd name="connsiteX18" fmla="*/ 2545093 w 4734242"/>
              <a:gd name="connsiteY18" fmla="*/ 2051957 h 2352313"/>
              <a:gd name="connsiteX19" fmla="*/ 2163723 w 4734242"/>
              <a:gd name="connsiteY19" fmla="*/ 1891651 h 2352313"/>
              <a:gd name="connsiteX20" fmla="*/ 1906847 w 4734242"/>
              <a:gd name="connsiteY20" fmla="*/ 2146703 h 2352313"/>
              <a:gd name="connsiteX21" fmla="*/ 1649751 w 4734242"/>
              <a:gd name="connsiteY21" fmla="*/ 1973873 h 2352313"/>
              <a:gd name="connsiteX22" fmla="*/ 1077697 w 4734242"/>
              <a:gd name="connsiteY22" fmla="*/ 2352313 h 2352313"/>
              <a:gd name="connsiteX23" fmla="*/ 1053149 w 4734242"/>
              <a:gd name="connsiteY23" fmla="*/ 1986397 h 2352313"/>
              <a:gd name="connsiteX24" fmla="*/ 675111 w 4734242"/>
              <a:gd name="connsiteY24" fmla="*/ 1964251 h 2352313"/>
              <a:gd name="connsiteX25" fmla="*/ 281643 w 4734242"/>
              <a:gd name="connsiteY25" fmla="*/ 1941202 h 2352313"/>
              <a:gd name="connsiteX26" fmla="*/ 729862 w 4734242"/>
              <a:gd name="connsiteY26" fmla="*/ 1673844 h 2352313"/>
              <a:gd name="connsiteX27" fmla="*/ 386827 w 4734242"/>
              <a:gd name="connsiteY27" fmla="*/ 1546241 h 2352313"/>
              <a:gd name="connsiteX28" fmla="*/ 0 w 4734242"/>
              <a:gd name="connsiteY28" fmla="*/ 1402348 h 2352313"/>
              <a:gd name="connsiteX29" fmla="*/ 431232 w 4734242"/>
              <a:gd name="connsiteY29" fmla="*/ 1332378 h 2352313"/>
              <a:gd name="connsiteX30" fmla="*/ 862464 w 4734242"/>
              <a:gd name="connsiteY30" fmla="*/ 1262407 h 2352313"/>
              <a:gd name="connsiteX31" fmla="*/ 571782 w 4734242"/>
              <a:gd name="connsiteY31" fmla="*/ 1088754 h 2352313"/>
              <a:gd name="connsiteX32" fmla="*/ 256876 w 4734242"/>
              <a:gd name="connsiteY32" fmla="*/ 900630 h 2352313"/>
              <a:gd name="connsiteX33" fmla="*/ 735560 w 4734242"/>
              <a:gd name="connsiteY33" fmla="*/ 874977 h 2352313"/>
              <a:gd name="connsiteX34" fmla="*/ 1177423 w 4734242"/>
              <a:gd name="connsiteY34" fmla="*/ 851297 h 2352313"/>
              <a:gd name="connsiteX35" fmla="*/ 986738 w 4734242"/>
              <a:gd name="connsiteY35" fmla="*/ 394774 h 2352313"/>
              <a:gd name="connsiteX36" fmla="*/ 1403737 w 4734242"/>
              <a:gd name="connsiteY36" fmla="*/ 535890 h 2352313"/>
              <a:gd name="connsiteX37" fmla="*/ 1873970 w 4734242"/>
              <a:gd name="connsiteY37" fmla="*/ 695021 h 2352313"/>
              <a:gd name="connsiteX38" fmla="*/ 2130847 w 4734242"/>
              <a:gd name="connsiteY38" fmla="*/ 205500 h 2352313"/>
              <a:gd name="connsiteX39" fmla="*/ 2512216 w 4734242"/>
              <a:gd name="connsiteY39" fmla="*/ 472858 h 2352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734242" h="2352313" extrusionOk="0">
                <a:moveTo>
                  <a:pt x="2512216" y="472858"/>
                </a:moveTo>
                <a:cubicBezTo>
                  <a:pt x="2633172" y="411621"/>
                  <a:pt x="2739928" y="342792"/>
                  <a:pt x="2891516" y="226972"/>
                </a:cubicBezTo>
                <a:cubicBezTo>
                  <a:pt x="3043104" y="111152"/>
                  <a:pt x="3097902" y="84979"/>
                  <a:pt x="3241640" y="0"/>
                </a:cubicBezTo>
                <a:cubicBezTo>
                  <a:pt x="3186862" y="171341"/>
                  <a:pt x="3183451" y="418471"/>
                  <a:pt x="3183558" y="629134"/>
                </a:cubicBezTo>
                <a:cubicBezTo>
                  <a:pt x="3317278" y="576544"/>
                  <a:pt x="3409962" y="556343"/>
                  <a:pt x="3542251" y="495798"/>
                </a:cubicBezTo>
                <a:cubicBezTo>
                  <a:pt x="3674540" y="435254"/>
                  <a:pt x="3789058" y="381947"/>
                  <a:pt x="3946735" y="345441"/>
                </a:cubicBezTo>
                <a:cubicBezTo>
                  <a:pt x="3843840" y="474702"/>
                  <a:pt x="3756931" y="549744"/>
                  <a:pt x="3590133" y="711356"/>
                </a:cubicBezTo>
                <a:cubicBezTo>
                  <a:pt x="3808511" y="691481"/>
                  <a:pt x="3894960" y="729560"/>
                  <a:pt x="4162188" y="717509"/>
                </a:cubicBezTo>
                <a:cubicBezTo>
                  <a:pt x="4429416" y="705458"/>
                  <a:pt x="4523531" y="733158"/>
                  <a:pt x="4734242" y="723662"/>
                </a:cubicBezTo>
                <a:cubicBezTo>
                  <a:pt x="4605399" y="777885"/>
                  <a:pt x="4393808" y="837086"/>
                  <a:pt x="4208259" y="879790"/>
                </a:cubicBezTo>
                <a:cubicBezTo>
                  <a:pt x="4022710" y="922494"/>
                  <a:pt x="3840897" y="1000343"/>
                  <a:pt x="3722736" y="1023909"/>
                </a:cubicBezTo>
                <a:cubicBezTo>
                  <a:pt x="3789061" y="1084886"/>
                  <a:pt x="3876644" y="1126047"/>
                  <a:pt x="4004379" y="1229519"/>
                </a:cubicBezTo>
                <a:cubicBezTo>
                  <a:pt x="3797805" y="1266460"/>
                  <a:pt x="3726112" y="1286632"/>
                  <a:pt x="3590133" y="1340600"/>
                </a:cubicBezTo>
                <a:cubicBezTo>
                  <a:pt x="3710943" y="1444592"/>
                  <a:pt x="3932399" y="1567626"/>
                  <a:pt x="4137420" y="1702377"/>
                </a:cubicBezTo>
                <a:cubicBezTo>
                  <a:pt x="3976368" y="1689389"/>
                  <a:pt x="3797111" y="1644015"/>
                  <a:pt x="3700952" y="1636758"/>
                </a:cubicBezTo>
                <a:cubicBezTo>
                  <a:pt x="3604793" y="1629501"/>
                  <a:pt x="3332621" y="1604570"/>
                  <a:pt x="3208764" y="1562763"/>
                </a:cubicBezTo>
                <a:cubicBezTo>
                  <a:pt x="3231989" y="1668615"/>
                  <a:pt x="3252706" y="1784775"/>
                  <a:pt x="3274955" y="1891651"/>
                </a:cubicBezTo>
                <a:cubicBezTo>
                  <a:pt x="3004772" y="1796358"/>
                  <a:pt x="2958843" y="1834642"/>
                  <a:pt x="2669586" y="1735375"/>
                </a:cubicBezTo>
                <a:cubicBezTo>
                  <a:pt x="2623436" y="1875584"/>
                  <a:pt x="2603388" y="1939897"/>
                  <a:pt x="2545093" y="2051957"/>
                </a:cubicBezTo>
                <a:cubicBezTo>
                  <a:pt x="2422153" y="1980264"/>
                  <a:pt x="2314526" y="1947129"/>
                  <a:pt x="2163723" y="1891651"/>
                </a:cubicBezTo>
                <a:cubicBezTo>
                  <a:pt x="2058483" y="2017017"/>
                  <a:pt x="1982631" y="2049813"/>
                  <a:pt x="1906847" y="2146703"/>
                </a:cubicBezTo>
                <a:cubicBezTo>
                  <a:pt x="1853666" y="2098784"/>
                  <a:pt x="1764929" y="2069782"/>
                  <a:pt x="1649751" y="1973873"/>
                </a:cubicBezTo>
                <a:cubicBezTo>
                  <a:pt x="1369603" y="2139003"/>
                  <a:pt x="1347838" y="2186850"/>
                  <a:pt x="1077697" y="2352313"/>
                </a:cubicBezTo>
                <a:cubicBezTo>
                  <a:pt x="1059124" y="2227766"/>
                  <a:pt x="1069599" y="2096066"/>
                  <a:pt x="1053149" y="1986397"/>
                </a:cubicBezTo>
                <a:cubicBezTo>
                  <a:pt x="947000" y="1986286"/>
                  <a:pt x="785240" y="1972092"/>
                  <a:pt x="675111" y="1964251"/>
                </a:cubicBezTo>
                <a:cubicBezTo>
                  <a:pt x="564982" y="1956410"/>
                  <a:pt x="444265" y="1960818"/>
                  <a:pt x="281643" y="1941202"/>
                </a:cubicBezTo>
                <a:cubicBezTo>
                  <a:pt x="422990" y="1835210"/>
                  <a:pt x="514569" y="1773948"/>
                  <a:pt x="729862" y="1673844"/>
                </a:cubicBezTo>
                <a:cubicBezTo>
                  <a:pt x="613501" y="1623723"/>
                  <a:pt x="464261" y="1571412"/>
                  <a:pt x="386827" y="1546241"/>
                </a:cubicBezTo>
                <a:cubicBezTo>
                  <a:pt x="309393" y="1521070"/>
                  <a:pt x="190350" y="1461082"/>
                  <a:pt x="0" y="1402348"/>
                </a:cubicBezTo>
                <a:cubicBezTo>
                  <a:pt x="163639" y="1384103"/>
                  <a:pt x="339607" y="1348944"/>
                  <a:pt x="431232" y="1332378"/>
                </a:cubicBezTo>
                <a:cubicBezTo>
                  <a:pt x="522857" y="1315812"/>
                  <a:pt x="732712" y="1278876"/>
                  <a:pt x="862464" y="1262407"/>
                </a:cubicBezTo>
                <a:cubicBezTo>
                  <a:pt x="739001" y="1175773"/>
                  <a:pt x="649446" y="1119238"/>
                  <a:pt x="571782" y="1088754"/>
                </a:cubicBezTo>
                <a:cubicBezTo>
                  <a:pt x="494118" y="1058271"/>
                  <a:pt x="349879" y="947717"/>
                  <a:pt x="256876" y="900630"/>
                </a:cubicBezTo>
                <a:cubicBezTo>
                  <a:pt x="474912" y="910082"/>
                  <a:pt x="581867" y="859280"/>
                  <a:pt x="735560" y="874977"/>
                </a:cubicBezTo>
                <a:cubicBezTo>
                  <a:pt x="889253" y="890674"/>
                  <a:pt x="1081705" y="875608"/>
                  <a:pt x="1177423" y="851297"/>
                </a:cubicBezTo>
                <a:cubicBezTo>
                  <a:pt x="1095431" y="686056"/>
                  <a:pt x="1055850" y="585578"/>
                  <a:pt x="986738" y="394774"/>
                </a:cubicBezTo>
                <a:cubicBezTo>
                  <a:pt x="1122876" y="449350"/>
                  <a:pt x="1323972" y="488164"/>
                  <a:pt x="1403737" y="535890"/>
                </a:cubicBezTo>
                <a:cubicBezTo>
                  <a:pt x="1483502" y="583616"/>
                  <a:pt x="1648950" y="632739"/>
                  <a:pt x="1873970" y="695021"/>
                </a:cubicBezTo>
                <a:cubicBezTo>
                  <a:pt x="1972461" y="547087"/>
                  <a:pt x="2020041" y="412072"/>
                  <a:pt x="2130847" y="205500"/>
                </a:cubicBezTo>
                <a:cubicBezTo>
                  <a:pt x="2230644" y="265293"/>
                  <a:pt x="2423046" y="393213"/>
                  <a:pt x="2512216" y="472858"/>
                </a:cubicBezTo>
                <a:close/>
              </a:path>
            </a:pathLst>
          </a:custGeom>
          <a:noFill/>
          <a:ln w="5715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2608757365">
                  <a:prstGeom prst="irregularSeal2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xplosion 2 15">
            <a:extLst>
              <a:ext uri="{FF2B5EF4-FFF2-40B4-BE49-F238E27FC236}">
                <a16:creationId xmlns:a16="http://schemas.microsoft.com/office/drawing/2014/main" id="{D85FF7A4-7814-5FE1-7827-5BDED132101D}"/>
              </a:ext>
            </a:extLst>
          </p:cNvPr>
          <p:cNvSpPr/>
          <p:nvPr/>
        </p:nvSpPr>
        <p:spPr>
          <a:xfrm rot="18594203">
            <a:off x="8042413" y="3035191"/>
            <a:ext cx="4130109" cy="4326475"/>
          </a:xfrm>
          <a:custGeom>
            <a:avLst/>
            <a:gdLst>
              <a:gd name="connsiteX0" fmla="*/ 2191634 w 4130109"/>
              <a:gd name="connsiteY0" fmla="*/ 869701 h 4326475"/>
              <a:gd name="connsiteX1" fmla="*/ 2522532 w 4130109"/>
              <a:gd name="connsiteY1" fmla="*/ 417456 h 4326475"/>
              <a:gd name="connsiteX2" fmla="*/ 2827977 w 4130109"/>
              <a:gd name="connsiteY2" fmla="*/ 0 h 4326475"/>
              <a:gd name="connsiteX3" fmla="*/ 2777307 w 4130109"/>
              <a:gd name="connsiteY3" fmla="*/ 1157131 h 4326475"/>
              <a:gd name="connsiteX4" fmla="*/ 3090227 w 4130109"/>
              <a:gd name="connsiteY4" fmla="*/ 911894 h 4326475"/>
              <a:gd name="connsiteX5" fmla="*/ 3443095 w 4130109"/>
              <a:gd name="connsiteY5" fmla="*/ 635350 h 4326475"/>
              <a:gd name="connsiteX6" fmla="*/ 3293769 w 4130109"/>
              <a:gd name="connsiteY6" fmla="*/ 958394 h 4326475"/>
              <a:gd name="connsiteX7" fmla="*/ 3131999 w 4130109"/>
              <a:gd name="connsiteY7" fmla="*/ 1308358 h 4326475"/>
              <a:gd name="connsiteX8" fmla="*/ 3641035 w 4130109"/>
              <a:gd name="connsiteY8" fmla="*/ 1319901 h 4326475"/>
              <a:gd name="connsiteX9" fmla="*/ 4130109 w 4130109"/>
              <a:gd name="connsiteY9" fmla="*/ 1330991 h 4326475"/>
              <a:gd name="connsiteX10" fmla="*/ 3680070 w 4130109"/>
              <a:gd name="connsiteY10" fmla="*/ 1612627 h 4326475"/>
              <a:gd name="connsiteX11" fmla="*/ 3247680 w 4130109"/>
              <a:gd name="connsiteY11" fmla="*/ 1883218 h 4326475"/>
              <a:gd name="connsiteX12" fmla="*/ 3493383 w 4130109"/>
              <a:gd name="connsiteY12" fmla="*/ 2261384 h 4326475"/>
              <a:gd name="connsiteX13" fmla="*/ 3131999 w 4130109"/>
              <a:gd name="connsiteY13" fmla="*/ 2465690 h 4326475"/>
              <a:gd name="connsiteX14" fmla="*/ 3380272 w 4130109"/>
              <a:gd name="connsiteY14" fmla="*/ 2811695 h 4326475"/>
              <a:gd name="connsiteX15" fmla="*/ 3609447 w 4130109"/>
              <a:gd name="connsiteY15" fmla="*/ 3131085 h 4326475"/>
              <a:gd name="connsiteX16" fmla="*/ 3204372 w 4130109"/>
              <a:gd name="connsiteY16" fmla="*/ 3002693 h 4326475"/>
              <a:gd name="connsiteX17" fmla="*/ 2799296 w 4130109"/>
              <a:gd name="connsiteY17" fmla="*/ 2874301 h 4326475"/>
              <a:gd name="connsiteX18" fmla="*/ 2857041 w 4130109"/>
              <a:gd name="connsiteY18" fmla="*/ 3479206 h 4326475"/>
              <a:gd name="connsiteX19" fmla="*/ 2328922 w 4130109"/>
              <a:gd name="connsiteY19" fmla="*/ 3191776 h 4326475"/>
              <a:gd name="connsiteX20" fmla="*/ 2220316 w 4130109"/>
              <a:gd name="connsiteY20" fmla="*/ 3774048 h 4326475"/>
              <a:gd name="connsiteX21" fmla="*/ 1887612 w 4130109"/>
              <a:gd name="connsiteY21" fmla="*/ 3479206 h 4326475"/>
              <a:gd name="connsiteX22" fmla="*/ 1663516 w 4130109"/>
              <a:gd name="connsiteY22" fmla="*/ 3948309 h 4326475"/>
              <a:gd name="connsiteX23" fmla="*/ 1439228 w 4130109"/>
              <a:gd name="connsiteY23" fmla="*/ 3630433 h 4326475"/>
              <a:gd name="connsiteX24" fmla="*/ 1204672 w 4130109"/>
              <a:gd name="connsiteY24" fmla="*/ 3957573 h 4326475"/>
              <a:gd name="connsiteX25" fmla="*/ 940173 w 4130109"/>
              <a:gd name="connsiteY25" fmla="*/ 4326475 h 4326475"/>
              <a:gd name="connsiteX26" fmla="*/ 918758 w 4130109"/>
              <a:gd name="connsiteY26" fmla="*/ 3653467 h 4326475"/>
              <a:gd name="connsiteX27" fmla="*/ 245703 w 4130109"/>
              <a:gd name="connsiteY27" fmla="*/ 3570343 h 4326475"/>
              <a:gd name="connsiteX28" fmla="*/ 636725 w 4130109"/>
              <a:gd name="connsiteY28" fmla="*/ 3078607 h 4326475"/>
              <a:gd name="connsiteX29" fmla="*/ 331097 w 4130109"/>
              <a:gd name="connsiteY29" fmla="*/ 2838920 h 4326475"/>
              <a:gd name="connsiteX30" fmla="*/ 0 w 4130109"/>
              <a:gd name="connsiteY30" fmla="*/ 2579260 h 4326475"/>
              <a:gd name="connsiteX31" fmla="*/ 353631 w 4130109"/>
              <a:gd name="connsiteY31" fmla="*/ 2458289 h 4326475"/>
              <a:gd name="connsiteX32" fmla="*/ 752406 w 4130109"/>
              <a:gd name="connsiteY32" fmla="*/ 2321874 h 4326475"/>
              <a:gd name="connsiteX33" fmla="*/ 482968 w 4130109"/>
              <a:gd name="connsiteY33" fmla="*/ 1982523 h 4326475"/>
              <a:gd name="connsiteX34" fmla="*/ 224096 w 4130109"/>
              <a:gd name="connsiteY34" fmla="*/ 1656479 h 4326475"/>
              <a:gd name="connsiteX35" fmla="*/ 641696 w 4130109"/>
              <a:gd name="connsiteY35" fmla="*/ 1609296 h 4326475"/>
              <a:gd name="connsiteX36" fmla="*/ 1027173 w 4130109"/>
              <a:gd name="connsiteY36" fmla="*/ 1565743 h 4326475"/>
              <a:gd name="connsiteX37" fmla="*/ 945661 w 4130109"/>
              <a:gd name="connsiteY37" fmla="*/ 1154311 h 4326475"/>
              <a:gd name="connsiteX38" fmla="*/ 860821 w 4130109"/>
              <a:gd name="connsiteY38" fmla="*/ 726086 h 4326475"/>
              <a:gd name="connsiteX39" fmla="*/ 1255568 w 4130109"/>
              <a:gd name="connsiteY39" fmla="*/ 1007722 h 4326475"/>
              <a:gd name="connsiteX40" fmla="*/ 1634834 w 4130109"/>
              <a:gd name="connsiteY40" fmla="*/ 1278313 h 4326475"/>
              <a:gd name="connsiteX41" fmla="*/ 1749123 w 4130109"/>
              <a:gd name="connsiteY41" fmla="*/ 819136 h 4326475"/>
              <a:gd name="connsiteX42" fmla="*/ 1858931 w 4130109"/>
              <a:gd name="connsiteY42" fmla="*/ 377965 h 4326475"/>
              <a:gd name="connsiteX43" fmla="*/ 2191634 w 4130109"/>
              <a:gd name="connsiteY43" fmla="*/ 869701 h 432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4130109" h="4326475" extrusionOk="0">
                <a:moveTo>
                  <a:pt x="2191634" y="869701"/>
                </a:moveTo>
                <a:cubicBezTo>
                  <a:pt x="2343200" y="669726"/>
                  <a:pt x="2424207" y="575417"/>
                  <a:pt x="2522532" y="417456"/>
                </a:cubicBezTo>
                <a:cubicBezTo>
                  <a:pt x="2620858" y="259495"/>
                  <a:pt x="2778277" y="99445"/>
                  <a:pt x="2827977" y="0"/>
                </a:cubicBezTo>
                <a:cubicBezTo>
                  <a:pt x="2765074" y="335916"/>
                  <a:pt x="2710955" y="767429"/>
                  <a:pt x="2777307" y="1157131"/>
                </a:cubicBezTo>
                <a:cubicBezTo>
                  <a:pt x="2921053" y="1027343"/>
                  <a:pt x="3035331" y="974773"/>
                  <a:pt x="3090227" y="911894"/>
                </a:cubicBezTo>
                <a:cubicBezTo>
                  <a:pt x="3145123" y="849015"/>
                  <a:pt x="3365258" y="696029"/>
                  <a:pt x="3443095" y="635350"/>
                </a:cubicBezTo>
                <a:cubicBezTo>
                  <a:pt x="3376264" y="771980"/>
                  <a:pt x="3341136" y="838879"/>
                  <a:pt x="3293769" y="958394"/>
                </a:cubicBezTo>
                <a:cubicBezTo>
                  <a:pt x="3246402" y="1077909"/>
                  <a:pt x="3213043" y="1158996"/>
                  <a:pt x="3131999" y="1308358"/>
                </a:cubicBezTo>
                <a:cubicBezTo>
                  <a:pt x="3327590" y="1322912"/>
                  <a:pt x="3521628" y="1322340"/>
                  <a:pt x="3641035" y="1319901"/>
                </a:cubicBezTo>
                <a:cubicBezTo>
                  <a:pt x="3760442" y="1317462"/>
                  <a:pt x="3998245" y="1335492"/>
                  <a:pt x="4130109" y="1330991"/>
                </a:cubicBezTo>
                <a:cubicBezTo>
                  <a:pt x="4038855" y="1391616"/>
                  <a:pt x="3798440" y="1518643"/>
                  <a:pt x="3680070" y="1612627"/>
                </a:cubicBezTo>
                <a:cubicBezTo>
                  <a:pt x="3561700" y="1706611"/>
                  <a:pt x="3339827" y="1803963"/>
                  <a:pt x="3247680" y="1883218"/>
                </a:cubicBezTo>
                <a:cubicBezTo>
                  <a:pt x="3342014" y="2067123"/>
                  <a:pt x="3414120" y="2128220"/>
                  <a:pt x="3493383" y="2261384"/>
                </a:cubicBezTo>
                <a:cubicBezTo>
                  <a:pt x="3400536" y="2323190"/>
                  <a:pt x="3266826" y="2375349"/>
                  <a:pt x="3131999" y="2465690"/>
                </a:cubicBezTo>
                <a:cubicBezTo>
                  <a:pt x="3219955" y="2586810"/>
                  <a:pt x="3287926" y="2668608"/>
                  <a:pt x="3380272" y="2811695"/>
                </a:cubicBezTo>
                <a:cubicBezTo>
                  <a:pt x="3472618" y="2954782"/>
                  <a:pt x="3549315" y="3022512"/>
                  <a:pt x="3609447" y="3131085"/>
                </a:cubicBezTo>
                <a:cubicBezTo>
                  <a:pt x="3534362" y="3085548"/>
                  <a:pt x="3353834" y="3033526"/>
                  <a:pt x="3204372" y="3002693"/>
                </a:cubicBezTo>
                <a:cubicBezTo>
                  <a:pt x="3054910" y="2971860"/>
                  <a:pt x="2890928" y="2908637"/>
                  <a:pt x="2799296" y="2874301"/>
                </a:cubicBezTo>
                <a:cubicBezTo>
                  <a:pt x="2827471" y="3043397"/>
                  <a:pt x="2849064" y="3239397"/>
                  <a:pt x="2857041" y="3479206"/>
                </a:cubicBezTo>
                <a:cubicBezTo>
                  <a:pt x="2618894" y="3375489"/>
                  <a:pt x="2577238" y="3316281"/>
                  <a:pt x="2328922" y="3191776"/>
                </a:cubicBezTo>
                <a:cubicBezTo>
                  <a:pt x="2275940" y="3322979"/>
                  <a:pt x="2262715" y="3507231"/>
                  <a:pt x="2220316" y="3774048"/>
                </a:cubicBezTo>
                <a:cubicBezTo>
                  <a:pt x="2084508" y="3674130"/>
                  <a:pt x="1986314" y="3548234"/>
                  <a:pt x="1887612" y="3479206"/>
                </a:cubicBezTo>
                <a:cubicBezTo>
                  <a:pt x="1821730" y="3593390"/>
                  <a:pt x="1738356" y="3777880"/>
                  <a:pt x="1663516" y="3948309"/>
                </a:cubicBezTo>
                <a:cubicBezTo>
                  <a:pt x="1617031" y="3849690"/>
                  <a:pt x="1494596" y="3721828"/>
                  <a:pt x="1439228" y="3630433"/>
                </a:cubicBezTo>
                <a:cubicBezTo>
                  <a:pt x="1368297" y="3739973"/>
                  <a:pt x="1285974" y="3831261"/>
                  <a:pt x="1204672" y="3957573"/>
                </a:cubicBezTo>
                <a:cubicBezTo>
                  <a:pt x="1123370" y="4083885"/>
                  <a:pt x="1042922" y="4171995"/>
                  <a:pt x="940173" y="4326475"/>
                </a:cubicBezTo>
                <a:cubicBezTo>
                  <a:pt x="918282" y="4080461"/>
                  <a:pt x="927055" y="3920126"/>
                  <a:pt x="918758" y="3653467"/>
                </a:cubicBezTo>
                <a:cubicBezTo>
                  <a:pt x="716696" y="3637789"/>
                  <a:pt x="405660" y="3613786"/>
                  <a:pt x="245703" y="3570343"/>
                </a:cubicBezTo>
                <a:cubicBezTo>
                  <a:pt x="422481" y="3345421"/>
                  <a:pt x="480227" y="3312128"/>
                  <a:pt x="636725" y="3078607"/>
                </a:cubicBezTo>
                <a:cubicBezTo>
                  <a:pt x="563377" y="3021092"/>
                  <a:pt x="390872" y="2905534"/>
                  <a:pt x="331097" y="2838920"/>
                </a:cubicBezTo>
                <a:cubicBezTo>
                  <a:pt x="271322" y="2772306"/>
                  <a:pt x="132359" y="2692163"/>
                  <a:pt x="0" y="2579260"/>
                </a:cubicBezTo>
                <a:cubicBezTo>
                  <a:pt x="72366" y="2554729"/>
                  <a:pt x="195296" y="2512461"/>
                  <a:pt x="353631" y="2458289"/>
                </a:cubicBezTo>
                <a:cubicBezTo>
                  <a:pt x="511966" y="2404117"/>
                  <a:pt x="585353" y="2361068"/>
                  <a:pt x="752406" y="2321874"/>
                </a:cubicBezTo>
                <a:cubicBezTo>
                  <a:pt x="681336" y="2265969"/>
                  <a:pt x="569267" y="2063473"/>
                  <a:pt x="482968" y="1982523"/>
                </a:cubicBezTo>
                <a:cubicBezTo>
                  <a:pt x="396670" y="1901573"/>
                  <a:pt x="277050" y="1742687"/>
                  <a:pt x="224096" y="1656479"/>
                </a:cubicBezTo>
                <a:cubicBezTo>
                  <a:pt x="316352" y="1642754"/>
                  <a:pt x="477826" y="1646050"/>
                  <a:pt x="641696" y="1609296"/>
                </a:cubicBezTo>
                <a:cubicBezTo>
                  <a:pt x="805566" y="1572542"/>
                  <a:pt x="857950" y="1603154"/>
                  <a:pt x="1027173" y="1565743"/>
                </a:cubicBezTo>
                <a:cubicBezTo>
                  <a:pt x="985153" y="1440544"/>
                  <a:pt x="971196" y="1344306"/>
                  <a:pt x="945661" y="1154311"/>
                </a:cubicBezTo>
                <a:cubicBezTo>
                  <a:pt x="920126" y="964316"/>
                  <a:pt x="874022" y="878786"/>
                  <a:pt x="860821" y="726086"/>
                </a:cubicBezTo>
                <a:cubicBezTo>
                  <a:pt x="1013190" y="822831"/>
                  <a:pt x="1127383" y="944053"/>
                  <a:pt x="1255568" y="1007722"/>
                </a:cubicBezTo>
                <a:cubicBezTo>
                  <a:pt x="1383753" y="1071391"/>
                  <a:pt x="1520346" y="1197613"/>
                  <a:pt x="1634834" y="1278313"/>
                </a:cubicBezTo>
                <a:cubicBezTo>
                  <a:pt x="1662492" y="1147621"/>
                  <a:pt x="1717174" y="953013"/>
                  <a:pt x="1749123" y="819136"/>
                </a:cubicBezTo>
                <a:cubicBezTo>
                  <a:pt x="1781072" y="685259"/>
                  <a:pt x="1830239" y="472426"/>
                  <a:pt x="1858931" y="377965"/>
                </a:cubicBezTo>
                <a:cubicBezTo>
                  <a:pt x="1954710" y="553992"/>
                  <a:pt x="2080175" y="657621"/>
                  <a:pt x="2191634" y="869701"/>
                </a:cubicBezTo>
                <a:close/>
              </a:path>
            </a:pathLst>
          </a:custGeom>
          <a:noFill/>
          <a:ln w="57150">
            <a:solidFill>
              <a:srgbClr val="FFC000"/>
            </a:solidFill>
            <a:extLst>
              <a:ext uri="{C807C97D-BFC1-408E-A445-0C87EB9F89A2}">
                <ask:lineSketchStyleProps xmlns:ask="http://schemas.microsoft.com/office/drawing/2018/sketchyshapes" sd="2608757365">
                  <a:prstGeom prst="irregularSeal2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15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76E6-8E55-4532-B4C9-362459A30A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1648" y="339506"/>
            <a:ext cx="4368800" cy="153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solidFill>
                  <a:sysClr val="windowText" lastClr="000000"/>
                </a:solidFill>
                <a:latin typeface="Segoe UI"/>
                <a:cs typeface="Segoe UI Light" panose="020B0502040204020203" pitchFamily="34" charset="0"/>
              </a:rPr>
              <a:t>But what about live television?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481392D-877D-26AA-CF98-04A03E2940D0}"/>
              </a:ext>
            </a:extLst>
          </p:cNvPr>
          <p:cNvSpPr txBox="1">
            <a:spLocks/>
          </p:cNvSpPr>
          <p:nvPr/>
        </p:nvSpPr>
        <p:spPr>
          <a:xfrm>
            <a:off x="471451" y="1876206"/>
            <a:ext cx="4677324" cy="49817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 baseline="0">
                <a:solidFill>
                  <a:srgbClr val="595959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What live coverage do you want?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News?  Each local station typically has an app that lets you watch the news. Some are free, and some require a subscription.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chemeClr val="tx1"/>
              </a:solidFill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Hulu has a more expensive service that includes access to national channels with local coverage. 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($77 w/ads or $90/without)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If what you are really looking for is access just to local television channels, there are (surprise!) antennas you can attach to your TV for $20+.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295B1C-C524-A10E-936D-68F3D99A5C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5793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0301B7F-0E3E-3A8E-6439-8A4360BFEC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8" b="-1"/>
          <a:stretch/>
        </p:blipFill>
        <p:spPr>
          <a:xfrm>
            <a:off x="598695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ACD9A07-D682-1B2A-A972-FFD12EF6B282}"/>
              </a:ext>
            </a:extLst>
          </p:cNvPr>
          <p:cNvSpPr/>
          <p:nvPr/>
        </p:nvSpPr>
        <p:spPr>
          <a:xfrm>
            <a:off x="8591705" y="1757548"/>
            <a:ext cx="190005" cy="19000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69FB80E-A7B1-3640-2248-0D2B79373544}"/>
              </a:ext>
            </a:extLst>
          </p:cNvPr>
          <p:cNvSpPr/>
          <p:nvPr/>
        </p:nvSpPr>
        <p:spPr>
          <a:xfrm>
            <a:off x="9303199" y="1446811"/>
            <a:ext cx="190005" cy="190006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50000"/>
                  <a:shade val="30000"/>
                  <a:satMod val="115000"/>
                </a:schemeClr>
              </a:gs>
              <a:gs pos="50000">
                <a:schemeClr val="accent4">
                  <a:lumMod val="50000"/>
                  <a:shade val="67500"/>
                  <a:satMod val="115000"/>
                </a:schemeClr>
              </a:gs>
              <a:gs pos="100000">
                <a:schemeClr val="accent4">
                  <a:lumMod val="5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logo for a computer tutor&#10;&#10;Description automatically generated">
            <a:extLst>
              <a:ext uri="{FF2B5EF4-FFF2-40B4-BE49-F238E27FC236}">
                <a16:creationId xmlns:a16="http://schemas.microsoft.com/office/drawing/2014/main" id="{A887FEFA-BB88-B37E-1675-86BA337A6F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30" y="1446811"/>
            <a:ext cx="4877829" cy="1945727"/>
          </a:xfrm>
          <a:prstGeom prst="rect">
            <a:avLst/>
          </a:prstGeom>
        </p:spPr>
      </p:pic>
      <p:sp>
        <p:nvSpPr>
          <p:cNvPr id="11" name="Text Box 5">
            <a:extLst>
              <a:ext uri="{FF2B5EF4-FFF2-40B4-BE49-F238E27FC236}">
                <a16:creationId xmlns:a16="http://schemas.microsoft.com/office/drawing/2014/main" id="{EC18F29F-6FAB-9187-D303-5E26CE15897F}"/>
              </a:ext>
            </a:extLst>
          </p:cNvPr>
          <p:cNvSpPr txBox="1"/>
          <p:nvPr/>
        </p:nvSpPr>
        <p:spPr>
          <a:xfrm>
            <a:off x="484224" y="3906131"/>
            <a:ext cx="4877829" cy="2094426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Theresa Milewski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978-866-8491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marbleheadbytes@gmail.com</a:t>
            </a:r>
            <a:endParaRPr lang="en-US" sz="24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400" dirty="0" err="1">
                <a:effectLst/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www.allcomputersgreatandsmall.com</a:t>
            </a:r>
            <a:endParaRPr lang="en-US" sz="2400" dirty="0">
              <a:effectLst/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75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QuickStarter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3959</TotalTime>
  <Words>844</Words>
  <Application>Microsoft Macintosh PowerPoint</Application>
  <PresentationFormat>Widescreen</PresentationFormat>
  <Paragraphs>128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Segoe UI</vt:lpstr>
      <vt:lpstr>Segoe UI Light</vt:lpstr>
      <vt:lpstr>Segoe UI Semilight</vt:lpstr>
      <vt:lpstr>Office Theme</vt:lpstr>
      <vt:lpstr>QuickStarter Theme</vt:lpstr>
      <vt:lpstr>Cut the $$ Cable </vt:lpstr>
      <vt:lpstr>Ideal Customer</vt:lpstr>
      <vt:lpstr>What do you pay now?</vt:lpstr>
      <vt:lpstr>Internet Only (300 Mbps)</vt:lpstr>
      <vt:lpstr>PowerPoint Presentation</vt:lpstr>
      <vt:lpstr>Ok, so what are the steps?</vt:lpstr>
      <vt:lpstr>What’s a smart TV?</vt:lpstr>
      <vt:lpstr>Do I have a smart TV?</vt:lpstr>
      <vt:lpstr>What if I don’t have a smart TV?</vt:lpstr>
      <vt:lpstr>HDMI port</vt:lpstr>
      <vt:lpstr>I have a TV with an HDMI port</vt:lpstr>
      <vt:lpstr>What if I don’t have a smart TV or a TV with an HDMI port?</vt:lpstr>
      <vt:lpstr>Ok, I have a smart TV, or at least a TV with an HDMI port. Now what?</vt:lpstr>
      <vt:lpstr>Streaming Services</vt:lpstr>
      <vt:lpstr>But what about live television?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Here's your outline to get started</dc:title>
  <dc:creator>Theresa Milewski</dc:creator>
  <cp:lastModifiedBy>Theresa Milewski</cp:lastModifiedBy>
  <cp:revision>47</cp:revision>
  <cp:lastPrinted>2024-01-10T22:03:27Z</cp:lastPrinted>
  <dcterms:created xsi:type="dcterms:W3CDTF">2024-01-10T19:23:42Z</dcterms:created>
  <dcterms:modified xsi:type="dcterms:W3CDTF">2024-05-02T12:27:35Z</dcterms:modified>
</cp:coreProperties>
</file>